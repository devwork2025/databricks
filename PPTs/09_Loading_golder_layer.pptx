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9dafdb0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9dafdb0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9dafdb0c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9dafdb0c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4fa6714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4fa6714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 to Gold Layer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66225" y="4451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Loading data to Gold Layer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75" y="1766175"/>
            <a:ext cx="5440925" cy="31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800" y="1897850"/>
            <a:ext cx="5124625" cy="27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275" y="3449025"/>
            <a:ext cx="2919725" cy="15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275" y="2313450"/>
            <a:ext cx="2655675" cy="6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718700" y="4091300"/>
            <a:ext cx="1315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Silver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924550" y="4091300"/>
            <a:ext cx="1009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Gold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1867101" y="958800"/>
            <a:ext cx="4611767" cy="322589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Thank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 You</a:t>
            </a:r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