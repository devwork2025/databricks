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3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e9dafdb0c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e9dafdb0c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833f579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833f579e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833f579e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833f579e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833f579e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7833f579e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7833f579e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7833f579e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833f579e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7833f579e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833f579e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833f579e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4fa6714de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74fa6714de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/>
        </p:nvSpPr>
        <p:spPr>
          <a:xfrm>
            <a:off x="930050" y="1272950"/>
            <a:ext cx="6834600" cy="17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Continuous Integration &amp; Continuous Deployment</a:t>
            </a:r>
            <a:endParaRPr sz="40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Expected Setup</a:t>
            </a:r>
            <a:endParaRPr sz="2500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38450"/>
            <a:ext cx="9059048" cy="430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1634650" y="75150"/>
            <a:ext cx="55545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Continuous Integration</a:t>
            </a:r>
            <a:endParaRPr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50" y="709050"/>
            <a:ext cx="8110124" cy="443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Continuous Deployment</a:t>
            </a:r>
            <a:endParaRPr sz="2500"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9050"/>
            <a:ext cx="9144000" cy="452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460950" y="51560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latin typeface="Arial"/>
                <a:ea typeface="Arial"/>
                <a:cs typeface="Arial"/>
                <a:sym typeface="Arial"/>
              </a:rPr>
              <a:t>Creating UAT resources in Azure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400" y="2277600"/>
            <a:ext cx="7409926" cy="214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Continuous Integration</a:t>
            </a:r>
            <a:endParaRPr sz="2500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9050"/>
            <a:ext cx="9144000" cy="444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Continuous Deployment</a:t>
            </a:r>
            <a:endParaRPr sz="2500"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9050"/>
            <a:ext cx="9144000" cy="452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30457-9B56-9C9A-6E1E-97C64487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8D6D2-0954-DB5B-69E4-964E2D43F082}"/>
              </a:ext>
            </a:extLst>
          </p:cNvPr>
          <p:cNvSpPr txBox="1"/>
          <p:nvPr/>
        </p:nvSpPr>
        <p:spPr>
          <a:xfrm>
            <a:off x="228600" y="749300"/>
            <a:ext cx="85915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Resource group : </a:t>
            </a:r>
            <a:r>
              <a:rPr lang="en-US" dirty="0" err="1"/>
              <a:t>my_project_rg</a:t>
            </a:r>
            <a:endParaRPr lang="en-US" dirty="0"/>
          </a:p>
          <a:p>
            <a:r>
              <a:rPr lang="en-US" dirty="0"/>
              <a:t>Storage account :  staactgen2</a:t>
            </a:r>
          </a:p>
          <a:p>
            <a:r>
              <a:rPr lang="en-US" dirty="0"/>
              <a:t>Databricks workspace : databricks1234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57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5BF22-10BB-B37D-19FD-62ABB221B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1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91D5-94EE-AF11-D71B-E425C42C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6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33F7-B02C-8AD1-2A96-E92D70BE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551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2360-0416-6CE8-CDFB-F1DE770E2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86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/>
          <p:nvPr/>
        </p:nvSpPr>
        <p:spPr>
          <a:xfrm>
            <a:off x="1867101" y="958800"/>
            <a:ext cx="4611767" cy="322589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Arial"/>
              </a:rPr>
              <a:t>Thank</a:t>
            </a:r>
            <a:br>
              <a:rPr b="0" i="0"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Arial"/>
              </a:rPr>
            </a:br>
            <a:r>
              <a:rPr b="0" i="0"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gradFill>
                  <a:gsLst>
                    <a:gs pos="0">
                      <a:srgbClr val="1076D2"/>
                    </a:gs>
                    <a:gs pos="100000">
                      <a:srgbClr val="093053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Arial"/>
              </a:rPr>
              <a:t> You</a:t>
            </a:r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On-screen Show (16:9)</PresentationFormat>
  <Paragraphs>16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Roboto</vt:lpstr>
      <vt:lpstr>Arial</vt:lpstr>
      <vt:lpstr>Material</vt:lpstr>
      <vt:lpstr>PowerPoint Presentation</vt:lpstr>
      <vt:lpstr>Expected Setup</vt:lpstr>
      <vt:lpstr>PowerPoint Presentation</vt:lpstr>
      <vt:lpstr>Continuous Deployment</vt:lpstr>
      <vt:lpstr>Creating UAT resources in Azure</vt:lpstr>
      <vt:lpstr>Continuous Integration</vt:lpstr>
      <vt:lpstr>Continuous Deployment</vt:lpstr>
      <vt:lpstr>Practical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Amrita Helwade</cp:lastModifiedBy>
  <cp:revision>1</cp:revision>
  <dcterms:modified xsi:type="dcterms:W3CDTF">2024-10-08T16:28:44Z</dcterms:modified>
</cp:coreProperties>
</file>