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90" r:id="rId4"/>
    <p:sldId id="296" r:id="rId5"/>
    <p:sldId id="291" r:id="rId6"/>
    <p:sldId id="292" r:id="rId7"/>
    <p:sldId id="293" r:id="rId8"/>
    <p:sldId id="294" r:id="rId9"/>
    <p:sldId id="295" r:id="rId10"/>
    <p:sldId id="259" r:id="rId11"/>
    <p:sldId id="260" r:id="rId12"/>
    <p:sldId id="26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E5B8A6-AE51-4CCA-9F80-DDF90587B5DF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F5611FF-7823-4DA8-B7E0-B0F08D3E9E85}">
      <dgm:prSet phldrT="[Text]"/>
      <dgm:spPr/>
      <dgm:t>
        <a:bodyPr/>
        <a:lstStyle/>
        <a:p>
          <a:r>
            <a:rPr lang="en-US" dirty="0"/>
            <a:t>What is notebook</a:t>
          </a:r>
        </a:p>
      </dgm:t>
    </dgm:pt>
    <dgm:pt modelId="{BAD748D6-AF59-4A4C-AF36-6FF5453D04EE}" type="parTrans" cxnId="{7D48C9A8-BC72-4770-9263-43716DB83677}">
      <dgm:prSet/>
      <dgm:spPr/>
      <dgm:t>
        <a:bodyPr/>
        <a:lstStyle/>
        <a:p>
          <a:endParaRPr lang="en-US"/>
        </a:p>
      </dgm:t>
    </dgm:pt>
    <dgm:pt modelId="{3D53ECFE-B37C-48A7-9AA9-0EF4A7F65EEA}" type="sibTrans" cxnId="{7D48C9A8-BC72-4770-9263-43716DB83677}">
      <dgm:prSet/>
      <dgm:spPr/>
      <dgm:t>
        <a:bodyPr/>
        <a:lstStyle/>
        <a:p>
          <a:endParaRPr lang="en-US"/>
        </a:p>
      </dgm:t>
    </dgm:pt>
    <dgm:pt modelId="{6327028F-C124-4A4A-9742-DFD98F0F03BA}">
      <dgm:prSet phldrT="[Text]"/>
      <dgm:spPr/>
      <dgm:t>
        <a:bodyPr/>
        <a:lstStyle/>
        <a:p>
          <a:r>
            <a:rPr lang="en-US" dirty="0"/>
            <a:t>Creating notebook</a:t>
          </a:r>
        </a:p>
      </dgm:t>
    </dgm:pt>
    <dgm:pt modelId="{A025661E-A2B0-4195-A788-18E0CBB6FE78}" type="parTrans" cxnId="{ADE4C741-DDB4-4CA2-B004-6422A69FDDD9}">
      <dgm:prSet/>
      <dgm:spPr/>
      <dgm:t>
        <a:bodyPr/>
        <a:lstStyle/>
        <a:p>
          <a:endParaRPr lang="en-US"/>
        </a:p>
      </dgm:t>
    </dgm:pt>
    <dgm:pt modelId="{2941B09B-C134-4F7C-B993-622B9D33E196}" type="sibTrans" cxnId="{ADE4C741-DDB4-4CA2-B004-6422A69FDDD9}">
      <dgm:prSet/>
      <dgm:spPr/>
      <dgm:t>
        <a:bodyPr/>
        <a:lstStyle/>
        <a:p>
          <a:endParaRPr lang="en-US"/>
        </a:p>
      </dgm:t>
    </dgm:pt>
    <dgm:pt modelId="{C8C92BD5-F11A-4066-90FB-1B39B7281546}">
      <dgm:prSet phldrT="[Text]"/>
      <dgm:spPr/>
      <dgm:t>
        <a:bodyPr/>
        <a:lstStyle/>
        <a:p>
          <a:r>
            <a:rPr lang="en-US" dirty="0"/>
            <a:t>Magic commands</a:t>
          </a:r>
        </a:p>
      </dgm:t>
    </dgm:pt>
    <dgm:pt modelId="{A7DEFE1B-E729-4CE8-A86F-ABA7C474ED1F}" type="parTrans" cxnId="{8E85A9B2-3490-4132-85CE-F80F986FF95C}">
      <dgm:prSet/>
      <dgm:spPr/>
      <dgm:t>
        <a:bodyPr/>
        <a:lstStyle/>
        <a:p>
          <a:endParaRPr lang="en-US"/>
        </a:p>
      </dgm:t>
    </dgm:pt>
    <dgm:pt modelId="{0FA5B6B5-9BAE-40C8-B16F-21DB1AC21DD6}" type="sibTrans" cxnId="{8E85A9B2-3490-4132-85CE-F80F986FF95C}">
      <dgm:prSet/>
      <dgm:spPr/>
      <dgm:t>
        <a:bodyPr/>
        <a:lstStyle/>
        <a:p>
          <a:endParaRPr lang="en-US"/>
        </a:p>
      </dgm:t>
    </dgm:pt>
    <dgm:pt modelId="{E5408A8A-74D8-472E-BC36-6A7D70A0CCAB}">
      <dgm:prSet phldrT="[Text]"/>
      <dgm:spPr/>
      <dgm:t>
        <a:bodyPr/>
        <a:lstStyle/>
        <a:p>
          <a:r>
            <a:rPr lang="en-US" dirty="0"/>
            <a:t>Databricks Utilities</a:t>
          </a:r>
        </a:p>
      </dgm:t>
    </dgm:pt>
    <dgm:pt modelId="{8C0B416B-C5D9-4757-AB1B-DCA99055FD98}" type="parTrans" cxnId="{20D05DBF-9CE3-4C3B-A8C5-474596FE5580}">
      <dgm:prSet/>
      <dgm:spPr/>
    </dgm:pt>
    <dgm:pt modelId="{16B45EBA-3DD0-47C8-81E5-06BED4F2ECA3}" type="sibTrans" cxnId="{20D05DBF-9CE3-4C3B-A8C5-474596FE5580}">
      <dgm:prSet/>
      <dgm:spPr/>
      <dgm:t>
        <a:bodyPr/>
        <a:lstStyle/>
        <a:p>
          <a:endParaRPr lang="en-US"/>
        </a:p>
      </dgm:t>
    </dgm:pt>
    <dgm:pt modelId="{2C5244E7-D34C-4F58-AF72-78C1A8C97E56}">
      <dgm:prSet phldrT="[Text]"/>
      <dgm:spPr/>
      <dgm:t>
        <a:bodyPr/>
        <a:lstStyle/>
        <a:p>
          <a:r>
            <a:rPr lang="en-US" dirty="0"/>
            <a:t>Import project solution notebook</a:t>
          </a:r>
        </a:p>
      </dgm:t>
    </dgm:pt>
    <dgm:pt modelId="{59428C07-B77C-403E-B515-26CCA59C5485}" type="parTrans" cxnId="{026E508F-4BB4-4922-920D-606499963820}">
      <dgm:prSet/>
      <dgm:spPr/>
    </dgm:pt>
    <dgm:pt modelId="{8AC43D2C-F22D-4F55-98AC-0F4F00B35043}" type="sibTrans" cxnId="{026E508F-4BB4-4922-920D-606499963820}">
      <dgm:prSet/>
      <dgm:spPr/>
    </dgm:pt>
    <dgm:pt modelId="{B76ED31D-D527-4499-A763-96BE93043DE6}" type="pres">
      <dgm:prSet presAssocID="{41E5B8A6-AE51-4CCA-9F80-DDF90587B5DF}" presName="outerComposite" presStyleCnt="0">
        <dgm:presLayoutVars>
          <dgm:chMax val="5"/>
          <dgm:dir/>
          <dgm:resizeHandles val="exact"/>
        </dgm:presLayoutVars>
      </dgm:prSet>
      <dgm:spPr/>
    </dgm:pt>
    <dgm:pt modelId="{51102ED8-3029-45E6-B66D-8748B45B778F}" type="pres">
      <dgm:prSet presAssocID="{41E5B8A6-AE51-4CCA-9F80-DDF90587B5DF}" presName="dummyMaxCanvas" presStyleCnt="0">
        <dgm:presLayoutVars/>
      </dgm:prSet>
      <dgm:spPr/>
    </dgm:pt>
    <dgm:pt modelId="{5D567C63-E352-4821-AD0F-3ECF37B916A8}" type="pres">
      <dgm:prSet presAssocID="{41E5B8A6-AE51-4CCA-9F80-DDF90587B5DF}" presName="FiveNodes_1" presStyleLbl="node1" presStyleIdx="0" presStyleCnt="5">
        <dgm:presLayoutVars>
          <dgm:bulletEnabled val="1"/>
        </dgm:presLayoutVars>
      </dgm:prSet>
      <dgm:spPr/>
    </dgm:pt>
    <dgm:pt modelId="{8D25C447-E456-4ED4-B107-4DB48FEFFE3C}" type="pres">
      <dgm:prSet presAssocID="{41E5B8A6-AE51-4CCA-9F80-DDF90587B5DF}" presName="FiveNodes_2" presStyleLbl="node1" presStyleIdx="1" presStyleCnt="5">
        <dgm:presLayoutVars>
          <dgm:bulletEnabled val="1"/>
        </dgm:presLayoutVars>
      </dgm:prSet>
      <dgm:spPr/>
    </dgm:pt>
    <dgm:pt modelId="{9ECCB6D1-9EFA-4E4D-B66C-54F78E6DE2F2}" type="pres">
      <dgm:prSet presAssocID="{41E5B8A6-AE51-4CCA-9F80-DDF90587B5DF}" presName="FiveNodes_3" presStyleLbl="node1" presStyleIdx="2" presStyleCnt="5">
        <dgm:presLayoutVars>
          <dgm:bulletEnabled val="1"/>
        </dgm:presLayoutVars>
      </dgm:prSet>
      <dgm:spPr/>
    </dgm:pt>
    <dgm:pt modelId="{231B0AB1-8D19-43C7-9A4C-340C18E6C84B}" type="pres">
      <dgm:prSet presAssocID="{41E5B8A6-AE51-4CCA-9F80-DDF90587B5DF}" presName="FiveNodes_4" presStyleLbl="node1" presStyleIdx="3" presStyleCnt="5">
        <dgm:presLayoutVars>
          <dgm:bulletEnabled val="1"/>
        </dgm:presLayoutVars>
      </dgm:prSet>
      <dgm:spPr/>
    </dgm:pt>
    <dgm:pt modelId="{C3879649-0F45-4E86-AC66-6AA97F946D4C}" type="pres">
      <dgm:prSet presAssocID="{41E5B8A6-AE51-4CCA-9F80-DDF90587B5DF}" presName="FiveNodes_5" presStyleLbl="node1" presStyleIdx="4" presStyleCnt="5">
        <dgm:presLayoutVars>
          <dgm:bulletEnabled val="1"/>
        </dgm:presLayoutVars>
      </dgm:prSet>
      <dgm:spPr/>
    </dgm:pt>
    <dgm:pt modelId="{69DBEC1E-09CD-409E-9109-F49DCC35525D}" type="pres">
      <dgm:prSet presAssocID="{41E5B8A6-AE51-4CCA-9F80-DDF90587B5DF}" presName="FiveConn_1-2" presStyleLbl="fgAccFollowNode1" presStyleIdx="0" presStyleCnt="4">
        <dgm:presLayoutVars>
          <dgm:bulletEnabled val="1"/>
        </dgm:presLayoutVars>
      </dgm:prSet>
      <dgm:spPr/>
    </dgm:pt>
    <dgm:pt modelId="{61C6FFEB-A44B-4050-8606-46B84AB68674}" type="pres">
      <dgm:prSet presAssocID="{41E5B8A6-AE51-4CCA-9F80-DDF90587B5DF}" presName="FiveConn_2-3" presStyleLbl="fgAccFollowNode1" presStyleIdx="1" presStyleCnt="4">
        <dgm:presLayoutVars>
          <dgm:bulletEnabled val="1"/>
        </dgm:presLayoutVars>
      </dgm:prSet>
      <dgm:spPr/>
    </dgm:pt>
    <dgm:pt modelId="{B273FD03-0495-41BA-9C21-2038CFD42721}" type="pres">
      <dgm:prSet presAssocID="{41E5B8A6-AE51-4CCA-9F80-DDF90587B5DF}" presName="FiveConn_3-4" presStyleLbl="fgAccFollowNode1" presStyleIdx="2" presStyleCnt="4">
        <dgm:presLayoutVars>
          <dgm:bulletEnabled val="1"/>
        </dgm:presLayoutVars>
      </dgm:prSet>
      <dgm:spPr/>
    </dgm:pt>
    <dgm:pt modelId="{C43682F0-92DA-441F-8C3C-6B33EC15D4D6}" type="pres">
      <dgm:prSet presAssocID="{41E5B8A6-AE51-4CCA-9F80-DDF90587B5DF}" presName="FiveConn_4-5" presStyleLbl="fgAccFollowNode1" presStyleIdx="3" presStyleCnt="4">
        <dgm:presLayoutVars>
          <dgm:bulletEnabled val="1"/>
        </dgm:presLayoutVars>
      </dgm:prSet>
      <dgm:spPr/>
    </dgm:pt>
    <dgm:pt modelId="{D50D3C0E-10B1-4FC2-A012-30A2C4106457}" type="pres">
      <dgm:prSet presAssocID="{41E5B8A6-AE51-4CCA-9F80-DDF90587B5DF}" presName="FiveNodes_1_text" presStyleLbl="node1" presStyleIdx="4" presStyleCnt="5">
        <dgm:presLayoutVars>
          <dgm:bulletEnabled val="1"/>
        </dgm:presLayoutVars>
      </dgm:prSet>
      <dgm:spPr/>
    </dgm:pt>
    <dgm:pt modelId="{3F9C89BF-A576-4DCD-A61F-8D1F71103ED3}" type="pres">
      <dgm:prSet presAssocID="{41E5B8A6-AE51-4CCA-9F80-DDF90587B5DF}" presName="FiveNodes_2_text" presStyleLbl="node1" presStyleIdx="4" presStyleCnt="5">
        <dgm:presLayoutVars>
          <dgm:bulletEnabled val="1"/>
        </dgm:presLayoutVars>
      </dgm:prSet>
      <dgm:spPr/>
    </dgm:pt>
    <dgm:pt modelId="{51344A2E-6717-466F-9DC2-95FB6B83D5F7}" type="pres">
      <dgm:prSet presAssocID="{41E5B8A6-AE51-4CCA-9F80-DDF90587B5DF}" presName="FiveNodes_3_text" presStyleLbl="node1" presStyleIdx="4" presStyleCnt="5">
        <dgm:presLayoutVars>
          <dgm:bulletEnabled val="1"/>
        </dgm:presLayoutVars>
      </dgm:prSet>
      <dgm:spPr/>
    </dgm:pt>
    <dgm:pt modelId="{27FEFC91-44FF-4F88-990A-41769B3242A5}" type="pres">
      <dgm:prSet presAssocID="{41E5B8A6-AE51-4CCA-9F80-DDF90587B5DF}" presName="FiveNodes_4_text" presStyleLbl="node1" presStyleIdx="4" presStyleCnt="5">
        <dgm:presLayoutVars>
          <dgm:bulletEnabled val="1"/>
        </dgm:presLayoutVars>
      </dgm:prSet>
      <dgm:spPr/>
    </dgm:pt>
    <dgm:pt modelId="{07EC0B09-DFA4-4D1F-A3F0-EF43486E765B}" type="pres">
      <dgm:prSet presAssocID="{41E5B8A6-AE51-4CCA-9F80-DDF90587B5DF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FB7FEB01-130D-4135-BB99-93D5AE453CFC}" type="presOf" srcId="{2941B09B-C134-4F7C-B993-622B9D33E196}" destId="{61C6FFEB-A44B-4050-8606-46B84AB68674}" srcOrd="0" destOrd="0" presId="urn:microsoft.com/office/officeart/2005/8/layout/vProcess5"/>
    <dgm:cxn modelId="{9DAEFF0B-77E1-4DBB-A519-337D605ACC3C}" type="presOf" srcId="{3D53ECFE-B37C-48A7-9AA9-0EF4A7F65EEA}" destId="{69DBEC1E-09CD-409E-9109-F49DCC35525D}" srcOrd="0" destOrd="0" presId="urn:microsoft.com/office/officeart/2005/8/layout/vProcess5"/>
    <dgm:cxn modelId="{799D0124-27DF-4C0B-BAC6-E68E4903F745}" type="presOf" srcId="{2C5244E7-D34C-4F58-AF72-78C1A8C97E56}" destId="{C3879649-0F45-4E86-AC66-6AA97F946D4C}" srcOrd="0" destOrd="0" presId="urn:microsoft.com/office/officeart/2005/8/layout/vProcess5"/>
    <dgm:cxn modelId="{038AE65F-3353-4B23-818A-D2427C194024}" type="presOf" srcId="{E5408A8A-74D8-472E-BC36-6A7D70A0CCAB}" destId="{27FEFC91-44FF-4F88-990A-41769B3242A5}" srcOrd="1" destOrd="0" presId="urn:microsoft.com/office/officeart/2005/8/layout/vProcess5"/>
    <dgm:cxn modelId="{ADE4C741-DDB4-4CA2-B004-6422A69FDDD9}" srcId="{41E5B8A6-AE51-4CCA-9F80-DDF90587B5DF}" destId="{6327028F-C124-4A4A-9742-DFD98F0F03BA}" srcOrd="1" destOrd="0" parTransId="{A025661E-A2B0-4195-A788-18E0CBB6FE78}" sibTransId="{2941B09B-C134-4F7C-B993-622B9D33E196}"/>
    <dgm:cxn modelId="{A0741B4F-C61F-4B22-94F3-812D9D176790}" type="presOf" srcId="{2C5244E7-D34C-4F58-AF72-78C1A8C97E56}" destId="{07EC0B09-DFA4-4D1F-A3F0-EF43486E765B}" srcOrd="1" destOrd="0" presId="urn:microsoft.com/office/officeart/2005/8/layout/vProcess5"/>
    <dgm:cxn modelId="{B5B4EF51-CB43-48CE-86F7-4FCE6012380A}" type="presOf" srcId="{6327028F-C124-4A4A-9742-DFD98F0F03BA}" destId="{3F9C89BF-A576-4DCD-A61F-8D1F71103ED3}" srcOrd="1" destOrd="0" presId="urn:microsoft.com/office/officeart/2005/8/layout/vProcess5"/>
    <dgm:cxn modelId="{12E5C156-AC60-4D34-B73C-EC33BA427A1D}" type="presOf" srcId="{E5408A8A-74D8-472E-BC36-6A7D70A0CCAB}" destId="{231B0AB1-8D19-43C7-9A4C-340C18E6C84B}" srcOrd="0" destOrd="0" presId="urn:microsoft.com/office/officeart/2005/8/layout/vProcess5"/>
    <dgm:cxn modelId="{026E508F-4BB4-4922-920D-606499963820}" srcId="{41E5B8A6-AE51-4CCA-9F80-DDF90587B5DF}" destId="{2C5244E7-D34C-4F58-AF72-78C1A8C97E56}" srcOrd="4" destOrd="0" parTransId="{59428C07-B77C-403E-B515-26CCA59C5485}" sibTransId="{8AC43D2C-F22D-4F55-98AC-0F4F00B35043}"/>
    <dgm:cxn modelId="{D23A6E94-3F7E-47D9-A841-4F1902EEF980}" type="presOf" srcId="{6327028F-C124-4A4A-9742-DFD98F0F03BA}" destId="{8D25C447-E456-4ED4-B107-4DB48FEFFE3C}" srcOrd="0" destOrd="0" presId="urn:microsoft.com/office/officeart/2005/8/layout/vProcess5"/>
    <dgm:cxn modelId="{0DAAC09B-556E-4FF9-85E5-A5C368B34ACB}" type="presOf" srcId="{BF5611FF-7823-4DA8-B7E0-B0F08D3E9E85}" destId="{5D567C63-E352-4821-AD0F-3ECF37B916A8}" srcOrd="0" destOrd="0" presId="urn:microsoft.com/office/officeart/2005/8/layout/vProcess5"/>
    <dgm:cxn modelId="{7D48C9A8-BC72-4770-9263-43716DB83677}" srcId="{41E5B8A6-AE51-4CCA-9F80-DDF90587B5DF}" destId="{BF5611FF-7823-4DA8-B7E0-B0F08D3E9E85}" srcOrd="0" destOrd="0" parTransId="{BAD748D6-AF59-4A4C-AF36-6FF5453D04EE}" sibTransId="{3D53ECFE-B37C-48A7-9AA9-0EF4A7F65EEA}"/>
    <dgm:cxn modelId="{57DC65B0-CC87-47A6-8E14-D59E597CCB93}" type="presOf" srcId="{C8C92BD5-F11A-4066-90FB-1B39B7281546}" destId="{9ECCB6D1-9EFA-4E4D-B66C-54F78E6DE2F2}" srcOrd="0" destOrd="0" presId="urn:microsoft.com/office/officeart/2005/8/layout/vProcess5"/>
    <dgm:cxn modelId="{9D1F49B2-30A9-447E-AEFD-A14595FA153D}" type="presOf" srcId="{41E5B8A6-AE51-4CCA-9F80-DDF90587B5DF}" destId="{B76ED31D-D527-4499-A763-96BE93043DE6}" srcOrd="0" destOrd="0" presId="urn:microsoft.com/office/officeart/2005/8/layout/vProcess5"/>
    <dgm:cxn modelId="{8E85A9B2-3490-4132-85CE-F80F986FF95C}" srcId="{41E5B8A6-AE51-4CCA-9F80-DDF90587B5DF}" destId="{C8C92BD5-F11A-4066-90FB-1B39B7281546}" srcOrd="2" destOrd="0" parTransId="{A7DEFE1B-E729-4CE8-A86F-ABA7C474ED1F}" sibTransId="{0FA5B6B5-9BAE-40C8-B16F-21DB1AC21DD6}"/>
    <dgm:cxn modelId="{20D05DBF-9CE3-4C3B-A8C5-474596FE5580}" srcId="{41E5B8A6-AE51-4CCA-9F80-DDF90587B5DF}" destId="{E5408A8A-74D8-472E-BC36-6A7D70A0CCAB}" srcOrd="3" destOrd="0" parTransId="{8C0B416B-C5D9-4757-AB1B-DCA99055FD98}" sibTransId="{16B45EBA-3DD0-47C8-81E5-06BED4F2ECA3}"/>
    <dgm:cxn modelId="{BBAD77CC-1A95-4A71-8DF2-ED7708F2C786}" type="presOf" srcId="{C8C92BD5-F11A-4066-90FB-1B39B7281546}" destId="{51344A2E-6717-466F-9DC2-95FB6B83D5F7}" srcOrd="1" destOrd="0" presId="urn:microsoft.com/office/officeart/2005/8/layout/vProcess5"/>
    <dgm:cxn modelId="{333B31CD-277C-4578-8556-C0D5FCCF05B0}" type="presOf" srcId="{BF5611FF-7823-4DA8-B7E0-B0F08D3E9E85}" destId="{D50D3C0E-10B1-4FC2-A012-30A2C4106457}" srcOrd="1" destOrd="0" presId="urn:microsoft.com/office/officeart/2005/8/layout/vProcess5"/>
    <dgm:cxn modelId="{3C202CCF-FDD5-4224-8291-3BA238C42C86}" type="presOf" srcId="{0FA5B6B5-9BAE-40C8-B16F-21DB1AC21DD6}" destId="{B273FD03-0495-41BA-9C21-2038CFD42721}" srcOrd="0" destOrd="0" presId="urn:microsoft.com/office/officeart/2005/8/layout/vProcess5"/>
    <dgm:cxn modelId="{215014F2-D4C8-4735-9B47-B8D91C456927}" type="presOf" srcId="{16B45EBA-3DD0-47C8-81E5-06BED4F2ECA3}" destId="{C43682F0-92DA-441F-8C3C-6B33EC15D4D6}" srcOrd="0" destOrd="0" presId="urn:microsoft.com/office/officeart/2005/8/layout/vProcess5"/>
    <dgm:cxn modelId="{336791EF-195A-4499-BE54-6F3F36326D81}" type="presParOf" srcId="{B76ED31D-D527-4499-A763-96BE93043DE6}" destId="{51102ED8-3029-45E6-B66D-8748B45B778F}" srcOrd="0" destOrd="0" presId="urn:microsoft.com/office/officeart/2005/8/layout/vProcess5"/>
    <dgm:cxn modelId="{0C9A6D77-0F65-49C6-86B8-C30798C54600}" type="presParOf" srcId="{B76ED31D-D527-4499-A763-96BE93043DE6}" destId="{5D567C63-E352-4821-AD0F-3ECF37B916A8}" srcOrd="1" destOrd="0" presId="urn:microsoft.com/office/officeart/2005/8/layout/vProcess5"/>
    <dgm:cxn modelId="{CAE277FB-86AE-41AA-B16E-79633D210C61}" type="presParOf" srcId="{B76ED31D-D527-4499-A763-96BE93043DE6}" destId="{8D25C447-E456-4ED4-B107-4DB48FEFFE3C}" srcOrd="2" destOrd="0" presId="urn:microsoft.com/office/officeart/2005/8/layout/vProcess5"/>
    <dgm:cxn modelId="{90F0A21B-9E92-49EA-891D-721A2277CDB7}" type="presParOf" srcId="{B76ED31D-D527-4499-A763-96BE93043DE6}" destId="{9ECCB6D1-9EFA-4E4D-B66C-54F78E6DE2F2}" srcOrd="3" destOrd="0" presId="urn:microsoft.com/office/officeart/2005/8/layout/vProcess5"/>
    <dgm:cxn modelId="{F3DBE4EA-A585-47A0-9946-EE4EA3505A5B}" type="presParOf" srcId="{B76ED31D-D527-4499-A763-96BE93043DE6}" destId="{231B0AB1-8D19-43C7-9A4C-340C18E6C84B}" srcOrd="4" destOrd="0" presId="urn:microsoft.com/office/officeart/2005/8/layout/vProcess5"/>
    <dgm:cxn modelId="{252EFDA3-098E-4A15-8AE0-0A412E30A3E3}" type="presParOf" srcId="{B76ED31D-D527-4499-A763-96BE93043DE6}" destId="{C3879649-0F45-4E86-AC66-6AA97F946D4C}" srcOrd="5" destOrd="0" presId="urn:microsoft.com/office/officeart/2005/8/layout/vProcess5"/>
    <dgm:cxn modelId="{ABEE176C-71A7-4378-9C71-5D95A9490BD2}" type="presParOf" srcId="{B76ED31D-D527-4499-A763-96BE93043DE6}" destId="{69DBEC1E-09CD-409E-9109-F49DCC35525D}" srcOrd="6" destOrd="0" presId="urn:microsoft.com/office/officeart/2005/8/layout/vProcess5"/>
    <dgm:cxn modelId="{DA5A6731-BDD7-4D26-9706-F9E4D6AD4C39}" type="presParOf" srcId="{B76ED31D-D527-4499-A763-96BE93043DE6}" destId="{61C6FFEB-A44B-4050-8606-46B84AB68674}" srcOrd="7" destOrd="0" presId="urn:microsoft.com/office/officeart/2005/8/layout/vProcess5"/>
    <dgm:cxn modelId="{35110A8F-C99E-40CE-851F-8110CD9D6061}" type="presParOf" srcId="{B76ED31D-D527-4499-A763-96BE93043DE6}" destId="{B273FD03-0495-41BA-9C21-2038CFD42721}" srcOrd="8" destOrd="0" presId="urn:microsoft.com/office/officeart/2005/8/layout/vProcess5"/>
    <dgm:cxn modelId="{6629D334-287E-41C5-9503-DCA983D60B76}" type="presParOf" srcId="{B76ED31D-D527-4499-A763-96BE93043DE6}" destId="{C43682F0-92DA-441F-8C3C-6B33EC15D4D6}" srcOrd="9" destOrd="0" presId="urn:microsoft.com/office/officeart/2005/8/layout/vProcess5"/>
    <dgm:cxn modelId="{4F58EFE1-5E1F-4209-8601-2657C8C742A3}" type="presParOf" srcId="{B76ED31D-D527-4499-A763-96BE93043DE6}" destId="{D50D3C0E-10B1-4FC2-A012-30A2C4106457}" srcOrd="10" destOrd="0" presId="urn:microsoft.com/office/officeart/2005/8/layout/vProcess5"/>
    <dgm:cxn modelId="{5967FD5E-088C-42EB-84A4-0065B4C7392F}" type="presParOf" srcId="{B76ED31D-D527-4499-A763-96BE93043DE6}" destId="{3F9C89BF-A576-4DCD-A61F-8D1F71103ED3}" srcOrd="11" destOrd="0" presId="urn:microsoft.com/office/officeart/2005/8/layout/vProcess5"/>
    <dgm:cxn modelId="{C03F6C90-ECA0-4C0B-937C-61B1D901A467}" type="presParOf" srcId="{B76ED31D-D527-4499-A763-96BE93043DE6}" destId="{51344A2E-6717-466F-9DC2-95FB6B83D5F7}" srcOrd="12" destOrd="0" presId="urn:microsoft.com/office/officeart/2005/8/layout/vProcess5"/>
    <dgm:cxn modelId="{9366D6DC-F400-4623-9F4A-D6C016375508}" type="presParOf" srcId="{B76ED31D-D527-4499-A763-96BE93043DE6}" destId="{27FEFC91-44FF-4F88-990A-41769B3242A5}" srcOrd="13" destOrd="0" presId="urn:microsoft.com/office/officeart/2005/8/layout/vProcess5"/>
    <dgm:cxn modelId="{9D0F8D0A-D7DD-40CB-A999-789C7F3DFFEE}" type="presParOf" srcId="{B76ED31D-D527-4499-A763-96BE93043DE6}" destId="{07EC0B09-DFA4-4D1F-A3F0-EF43486E765B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567C63-E352-4821-AD0F-3ECF37B916A8}">
      <dsp:nvSpPr>
        <dsp:cNvPr id="0" name=""/>
        <dsp:cNvSpPr/>
      </dsp:nvSpPr>
      <dsp:spPr>
        <a:xfrm>
          <a:off x="0" y="0"/>
          <a:ext cx="6258560" cy="97536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What is notebook</a:t>
          </a:r>
        </a:p>
      </dsp:txBody>
      <dsp:txXfrm>
        <a:off x="28567" y="28567"/>
        <a:ext cx="5091953" cy="918226"/>
      </dsp:txXfrm>
    </dsp:sp>
    <dsp:sp modelId="{8D25C447-E456-4ED4-B107-4DB48FEFFE3C}">
      <dsp:nvSpPr>
        <dsp:cNvPr id="0" name=""/>
        <dsp:cNvSpPr/>
      </dsp:nvSpPr>
      <dsp:spPr>
        <a:xfrm>
          <a:off x="467360" y="1110826"/>
          <a:ext cx="6258560" cy="97536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Creating notebook</a:t>
          </a:r>
        </a:p>
      </dsp:txBody>
      <dsp:txXfrm>
        <a:off x="495927" y="1139393"/>
        <a:ext cx="5100081" cy="918226"/>
      </dsp:txXfrm>
    </dsp:sp>
    <dsp:sp modelId="{9ECCB6D1-9EFA-4E4D-B66C-54F78E6DE2F2}">
      <dsp:nvSpPr>
        <dsp:cNvPr id="0" name=""/>
        <dsp:cNvSpPr/>
      </dsp:nvSpPr>
      <dsp:spPr>
        <a:xfrm>
          <a:off x="934719" y="2221653"/>
          <a:ext cx="6258560" cy="97536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Magic commands</a:t>
          </a:r>
        </a:p>
      </dsp:txBody>
      <dsp:txXfrm>
        <a:off x="963286" y="2250220"/>
        <a:ext cx="5100081" cy="918226"/>
      </dsp:txXfrm>
    </dsp:sp>
    <dsp:sp modelId="{231B0AB1-8D19-43C7-9A4C-340C18E6C84B}">
      <dsp:nvSpPr>
        <dsp:cNvPr id="0" name=""/>
        <dsp:cNvSpPr/>
      </dsp:nvSpPr>
      <dsp:spPr>
        <a:xfrm>
          <a:off x="1402079" y="3332480"/>
          <a:ext cx="6258560" cy="97536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Databricks Utilities</a:t>
          </a:r>
        </a:p>
      </dsp:txBody>
      <dsp:txXfrm>
        <a:off x="1430646" y="3361047"/>
        <a:ext cx="5100081" cy="918226"/>
      </dsp:txXfrm>
    </dsp:sp>
    <dsp:sp modelId="{C3879649-0F45-4E86-AC66-6AA97F946D4C}">
      <dsp:nvSpPr>
        <dsp:cNvPr id="0" name=""/>
        <dsp:cNvSpPr/>
      </dsp:nvSpPr>
      <dsp:spPr>
        <a:xfrm>
          <a:off x="1869439" y="4443306"/>
          <a:ext cx="6258560" cy="97536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Import project solution notebook</a:t>
          </a:r>
        </a:p>
      </dsp:txBody>
      <dsp:txXfrm>
        <a:off x="1898006" y="4471873"/>
        <a:ext cx="5100081" cy="918226"/>
      </dsp:txXfrm>
    </dsp:sp>
    <dsp:sp modelId="{69DBEC1E-09CD-409E-9109-F49DCC35525D}">
      <dsp:nvSpPr>
        <dsp:cNvPr id="0" name=""/>
        <dsp:cNvSpPr/>
      </dsp:nvSpPr>
      <dsp:spPr>
        <a:xfrm>
          <a:off x="5624575" y="712554"/>
          <a:ext cx="633984" cy="6339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5767221" y="712554"/>
        <a:ext cx="348692" cy="477073"/>
      </dsp:txXfrm>
    </dsp:sp>
    <dsp:sp modelId="{61C6FFEB-A44B-4050-8606-46B84AB68674}">
      <dsp:nvSpPr>
        <dsp:cNvPr id="0" name=""/>
        <dsp:cNvSpPr/>
      </dsp:nvSpPr>
      <dsp:spPr>
        <a:xfrm>
          <a:off x="6091935" y="1823381"/>
          <a:ext cx="633984" cy="633984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6234581" y="1823381"/>
        <a:ext cx="348692" cy="477073"/>
      </dsp:txXfrm>
    </dsp:sp>
    <dsp:sp modelId="{B273FD03-0495-41BA-9C21-2038CFD42721}">
      <dsp:nvSpPr>
        <dsp:cNvPr id="0" name=""/>
        <dsp:cNvSpPr/>
      </dsp:nvSpPr>
      <dsp:spPr>
        <a:xfrm>
          <a:off x="6559295" y="2917952"/>
          <a:ext cx="633984" cy="633984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6701941" y="2917952"/>
        <a:ext cx="348692" cy="477073"/>
      </dsp:txXfrm>
    </dsp:sp>
    <dsp:sp modelId="{C43682F0-92DA-441F-8C3C-6B33EC15D4D6}">
      <dsp:nvSpPr>
        <dsp:cNvPr id="0" name=""/>
        <dsp:cNvSpPr/>
      </dsp:nvSpPr>
      <dsp:spPr>
        <a:xfrm>
          <a:off x="7026655" y="4039616"/>
          <a:ext cx="633984" cy="633984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7169301" y="4039616"/>
        <a:ext cx="348692" cy="4770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D2066A-9EE5-4140-B135-5FE0921E845C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0F1CA6-5CA9-424F-AC10-1CEE8CD4A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251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e94b690536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2e94b690536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e94b690536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e94b690536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e94b690536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e94b690536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e94b690536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e94b690536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e94b690536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e94b690536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e94b690536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2e94b690536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F560E-DDCC-BAE1-0112-80D252A6BD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16B248-1C76-573F-8095-05EE88146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F5ED8-178A-F362-5959-77A13820F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F788E-2CE5-4FDB-828C-A63567D7D522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2DCF7-E94E-3FBD-9F5C-4778C577C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3EAA4-57C1-4829-7852-EA018104B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35596-B492-4D8B-A8A8-59C0ABDCB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915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93D42-3523-B275-9BBA-9BABA2792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B2E6D-9EC1-07D4-AA8D-2CFC0CA7E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20C49-0D7B-5EC4-84C7-F27CEE41A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F788E-2CE5-4FDB-828C-A63567D7D522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F490B-55AA-69B3-C338-15BC2805D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8F25C-08D4-A9EE-6072-E5A2318C5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35596-B492-4D8B-A8A8-59C0ABDCB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8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72F64-42F6-C9D1-ECD6-57F5C42BA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7413CD-D65A-838A-F07F-6E3493FF7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83B19-D50B-6473-0B2E-DE65A1EE2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F788E-2CE5-4FDB-828C-A63567D7D522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711CE-AD4E-B269-A9FC-080551BAA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E9D89-B91A-EFCC-3489-274381C52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35596-B492-4D8B-A8A8-59C0ABDCB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092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F01D7-FDFB-981F-FF15-FE025BBAC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D34F1-E060-15E8-C63F-15E37F4A42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BD26F2-B7BC-2099-D1F0-F20456915D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5F9872-672A-68F1-031B-78EB4F8AC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F788E-2CE5-4FDB-828C-A63567D7D522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E9B503-7C38-513E-B16F-AAD4623E8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A59E5-FFB1-FC6B-179A-E7BB3F813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35596-B492-4D8B-A8A8-59C0ABDCB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370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9A203-7106-2948-8D87-90C213A41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2321F9-EC61-4E80-D05B-D8A7BB5E3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89B25D-CC08-4695-22A3-4F604191A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A3A7F6-1BF8-5164-3693-DAD676A6C6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E2E1A-379D-E871-1B4C-38E1FCB44E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A54E7E-874B-5F71-CB1F-32192E0F8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F788E-2CE5-4FDB-828C-A63567D7D522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EA5AB6-C598-7F9B-62E1-BEA9A41DA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23AB77-D5ED-4CA0-F183-4D682ABD7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35596-B492-4D8B-A8A8-59C0ABDCB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335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D6983-0C05-324E-771F-6A14C2147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F8E8DB-4724-8579-C6A8-0A57C9032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F788E-2CE5-4FDB-828C-A63567D7D522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5A9D89-281D-11CB-B92E-CF35C5309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FE66CF-EE3F-35C0-6E16-C5901A92A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35596-B492-4D8B-A8A8-59C0ABDCB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680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23BCF5-B16F-8B23-62AC-D9716D906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F788E-2CE5-4FDB-828C-A63567D7D522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9B28C0-E2E5-1332-45D9-17EE9A688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F6EA13-E6F0-61AA-23D8-EB5FD1B0F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35596-B492-4D8B-A8A8-59C0ABDCB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570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06898-B588-F292-1CA2-C00CC0206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3CD60-FCA3-B9DD-370C-79C128013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E0B350-C8E2-36AC-53CC-B2701A83D9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9657FC-2DDF-6CFA-AA15-BFCDA9AEA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F788E-2CE5-4FDB-828C-A63567D7D522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98572B-ED30-FA8F-6C54-1D0962681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F9425-D789-2F13-ED2C-58A72BB3A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35596-B492-4D8B-A8A8-59C0ABDCB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82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34501-EAC9-571F-1C66-1C643E351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22C566-93BB-EA4E-68C2-1C51915543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6B18F1-EB20-BE61-FB66-909F8B41B8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46D350-86BE-3875-F25A-BC4570996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F788E-2CE5-4FDB-828C-A63567D7D522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E9750-291A-5509-C294-2AD79F178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736A2-E2D0-C157-1066-D34DE6BE0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35596-B492-4D8B-A8A8-59C0ABDCB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37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EBA89-1364-F843-834A-1CDADEEE8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5809D0-80F0-3015-F4E7-8C2323CA7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036BB-1C26-6B6D-249E-F5389F79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F788E-2CE5-4FDB-828C-A63567D7D522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A6883-E359-239C-44BD-A71A7385B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C986F-1AEB-11E0-CA0F-3CC2DB132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35596-B492-4D8B-A8A8-59C0ABDCB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355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FB846A-0282-CB5E-FB7E-FA6E6E88E4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6A8EFF-3D1C-5088-2188-4901020A24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084E2-B505-FA3C-2DD1-F7C9DE059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F788E-2CE5-4FDB-828C-A63567D7D522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630EE-5054-68C5-E54E-7E3B13442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D9808-0315-9FEA-5561-D9CFD86E2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35596-B492-4D8B-A8A8-59C0ABDCB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6467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2248000"/>
            <a:ext cx="12192000" cy="461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" name="Google Shape;26;p5"/>
          <p:cNvSpPr/>
          <p:nvPr/>
        </p:nvSpPr>
        <p:spPr>
          <a:xfrm>
            <a:off x="0" y="2248000"/>
            <a:ext cx="12192000" cy="1448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629200" y="984967"/>
            <a:ext cx="10962800" cy="102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629200" y="2558767"/>
            <a:ext cx="5333200" cy="36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6259000" y="2558767"/>
            <a:ext cx="5333200" cy="36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11364721" y="626083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99590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31F179-9768-F298-423F-99A129CE2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D7230C-D1FC-AF7D-8CC6-883A0920AE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A77FE-20B1-DF38-F804-FDC2AA9F6E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F788E-2CE5-4FDB-828C-A63567D7D522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A082D-B219-221F-65AE-C00694DED8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4553A-D94B-28AC-5EF8-B988F5639E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C35596-B492-4D8B-A8A8-59C0ABDCBF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97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azure/databricks/notebooks/notebooks-code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BE97F-005D-765C-ADA2-8AE5FE6DA1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Databricks Notebook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64CBDB-D863-573A-B4BB-E71FDA8088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737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53CBE00-52FD-ECC1-1A8D-37E08C9384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8609547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925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7"/>
          <p:cNvSpPr txBox="1">
            <a:spLocks noGrp="1"/>
          </p:cNvSpPr>
          <p:nvPr>
            <p:ph type="title"/>
          </p:nvPr>
        </p:nvSpPr>
        <p:spPr>
          <a:xfrm>
            <a:off x="629200" y="984967"/>
            <a:ext cx="10962800" cy="102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Commands </a:t>
            </a:r>
            <a:endParaRPr/>
          </a:p>
        </p:txBody>
      </p:sp>
      <p:sp>
        <p:nvSpPr>
          <p:cNvPr id="281" name="Google Shape;281;p47"/>
          <p:cNvSpPr txBox="1"/>
          <p:nvPr/>
        </p:nvSpPr>
        <p:spPr>
          <a:xfrm>
            <a:off x="391900" y="2233734"/>
            <a:ext cx="5486400" cy="4923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65655">
              <a:lnSpc>
                <a:spcPct val="150000"/>
              </a:lnSpc>
              <a:buSzPts val="1900"/>
              <a:buChar char="➢"/>
            </a:pPr>
            <a:r>
              <a:rPr lang="en" sz="2533"/>
              <a:t> You can use multiple languages in one notebook </a:t>
            </a:r>
            <a:endParaRPr sz="2533"/>
          </a:p>
          <a:p>
            <a:pPr marL="609585" indent="-465655">
              <a:lnSpc>
                <a:spcPct val="150000"/>
              </a:lnSpc>
              <a:buSzPts val="1900"/>
              <a:buChar char="➢"/>
            </a:pPr>
            <a:r>
              <a:rPr lang="en" sz="2533"/>
              <a:t>You need to specify language magic command at the beginning of a cell. </a:t>
            </a:r>
            <a:endParaRPr sz="2533"/>
          </a:p>
          <a:p>
            <a:pPr marL="609585" indent="-465655">
              <a:lnSpc>
                <a:spcPct val="150000"/>
              </a:lnSpc>
              <a:buSzPts val="1900"/>
              <a:buChar char="➢"/>
            </a:pPr>
            <a:r>
              <a:rPr lang="en" sz="2533"/>
              <a:t>By default, the entire notebook will work on the language that you choose at the top </a:t>
            </a:r>
            <a:endParaRPr sz="2533"/>
          </a:p>
        </p:txBody>
      </p:sp>
      <p:pic>
        <p:nvPicPr>
          <p:cNvPr id="282" name="Google Shape;28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1500" y="2211768"/>
            <a:ext cx="5662285" cy="4443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F0EBD-A697-A6D2-182A-1DFB82A8D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utilities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C69866-8A4C-8C19-8E1A-73EEAF61CF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easy to combine different types of task in a single notebook</a:t>
            </a:r>
          </a:p>
          <a:p>
            <a:r>
              <a:rPr lang="en-US" dirty="0"/>
              <a:t>Allow to combine file operations with ETL task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E4BE60-6501-3D38-417F-87C0A5588DB6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File system Utilities</a:t>
            </a:r>
          </a:p>
          <a:p>
            <a:r>
              <a:rPr lang="en-US" dirty="0"/>
              <a:t>Secrete Utilities</a:t>
            </a:r>
          </a:p>
          <a:p>
            <a:r>
              <a:rPr lang="en-US" dirty="0"/>
              <a:t>Widgets Utilities</a:t>
            </a:r>
          </a:p>
          <a:p>
            <a:r>
              <a:rPr lang="en-US" dirty="0"/>
              <a:t>Notebook </a:t>
            </a:r>
            <a:r>
              <a:rPr lang="en-US"/>
              <a:t>workflow Utilities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359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8"/>
          <p:cNvSpPr txBox="1">
            <a:spLocks noGrp="1"/>
          </p:cNvSpPr>
          <p:nvPr>
            <p:ph type="title"/>
          </p:nvPr>
        </p:nvSpPr>
        <p:spPr>
          <a:xfrm>
            <a:off x="629200" y="984967"/>
            <a:ext cx="10962800" cy="102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DBUtils</a:t>
            </a:r>
            <a:endParaRPr/>
          </a:p>
        </p:txBody>
      </p:sp>
      <p:sp>
        <p:nvSpPr>
          <p:cNvPr id="288" name="Google Shape;288;p48"/>
          <p:cNvSpPr txBox="1"/>
          <p:nvPr/>
        </p:nvSpPr>
        <p:spPr>
          <a:xfrm>
            <a:off x="340000" y="2488467"/>
            <a:ext cx="11541200" cy="375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65655">
              <a:lnSpc>
                <a:spcPct val="150000"/>
              </a:lnSpc>
              <a:buSzPts val="1900"/>
              <a:buChar char="➢"/>
            </a:pPr>
            <a:r>
              <a:rPr lang="en" sz="2533"/>
              <a:t>Azure Databricks provides set of utilities to efficiently interact with your notebooks </a:t>
            </a:r>
            <a:endParaRPr sz="2533"/>
          </a:p>
          <a:p>
            <a:pPr marL="609585" indent="-465655">
              <a:lnSpc>
                <a:spcPct val="150000"/>
              </a:lnSpc>
              <a:buSzPts val="1900"/>
              <a:buChar char="➢"/>
            </a:pPr>
            <a:r>
              <a:rPr lang="en" sz="2533"/>
              <a:t>Most commonly used DBUtils are: </a:t>
            </a:r>
            <a:endParaRPr sz="2533"/>
          </a:p>
          <a:p>
            <a:pPr marL="1219170" lvl="1" indent="-465655">
              <a:lnSpc>
                <a:spcPct val="150000"/>
              </a:lnSpc>
              <a:buSzPts val="1900"/>
              <a:buChar char="○"/>
            </a:pPr>
            <a:r>
              <a:rPr lang="en" sz="2533"/>
              <a:t> File System Utilities </a:t>
            </a:r>
            <a:endParaRPr sz="2533"/>
          </a:p>
          <a:p>
            <a:pPr marL="1219170" lvl="1" indent="-465655">
              <a:lnSpc>
                <a:spcPct val="150000"/>
              </a:lnSpc>
              <a:buSzPts val="1900"/>
              <a:buChar char="○"/>
            </a:pPr>
            <a:r>
              <a:rPr lang="en" sz="2533"/>
              <a:t>Widget Utilities </a:t>
            </a:r>
            <a:endParaRPr sz="2533"/>
          </a:p>
          <a:p>
            <a:pPr marL="1219170" lvl="1" indent="-465655">
              <a:lnSpc>
                <a:spcPct val="150000"/>
              </a:lnSpc>
              <a:buSzPts val="1900"/>
              <a:buChar char="○"/>
            </a:pPr>
            <a:r>
              <a:rPr lang="en" sz="2533"/>
              <a:t>Notebook Utilities</a:t>
            </a:r>
            <a:endParaRPr sz="2533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9"/>
          <p:cNvSpPr txBox="1">
            <a:spLocks noGrp="1"/>
          </p:cNvSpPr>
          <p:nvPr>
            <p:ph type="title"/>
          </p:nvPr>
        </p:nvSpPr>
        <p:spPr>
          <a:xfrm>
            <a:off x="557133" y="260000"/>
            <a:ext cx="10962800" cy="102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File System Utilities</a:t>
            </a:r>
            <a:endParaRPr/>
          </a:p>
        </p:txBody>
      </p:sp>
      <p:sp>
        <p:nvSpPr>
          <p:cNvPr id="294" name="Google Shape;294;p49"/>
          <p:cNvSpPr txBox="1"/>
          <p:nvPr/>
        </p:nvSpPr>
        <p:spPr>
          <a:xfrm>
            <a:off x="292600" y="2096601"/>
            <a:ext cx="11606800" cy="4728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65655">
              <a:lnSpc>
                <a:spcPct val="115000"/>
              </a:lnSpc>
              <a:buSzPts val="1900"/>
              <a:buChar char="➢"/>
            </a:pPr>
            <a:r>
              <a:rPr lang="en" sz="2533"/>
              <a:t>dbutils.fs provides utilities for working with File Systems. Below are the available utilities </a:t>
            </a:r>
            <a:endParaRPr sz="2533"/>
          </a:p>
          <a:p>
            <a:pPr marL="1219170" lvl="1" indent="-465655">
              <a:lnSpc>
                <a:spcPct val="115000"/>
              </a:lnSpc>
              <a:buSzPts val="1900"/>
              <a:buChar char="○"/>
            </a:pPr>
            <a:r>
              <a:rPr lang="en" sz="2533"/>
              <a:t>cp : Copies a file or directory, possibly across FileSystems</a:t>
            </a:r>
            <a:endParaRPr sz="2533"/>
          </a:p>
          <a:p>
            <a:pPr marL="1219170" lvl="1" indent="-465655">
              <a:lnSpc>
                <a:spcPct val="115000"/>
              </a:lnSpc>
              <a:buSzPts val="1900"/>
              <a:buChar char="○"/>
            </a:pPr>
            <a:r>
              <a:rPr lang="en" sz="2533"/>
              <a:t>head : Returns up to the first 20 records </a:t>
            </a:r>
            <a:endParaRPr sz="2533"/>
          </a:p>
          <a:p>
            <a:pPr marL="1219170" lvl="1" indent="-465655">
              <a:lnSpc>
                <a:spcPct val="115000"/>
              </a:lnSpc>
              <a:buSzPts val="1900"/>
              <a:buChar char="○"/>
            </a:pPr>
            <a:r>
              <a:rPr lang="en" sz="2533"/>
              <a:t>ls : Lists the contents of a directory </a:t>
            </a:r>
            <a:endParaRPr sz="2533"/>
          </a:p>
          <a:p>
            <a:pPr marL="1219170" lvl="1" indent="-465655">
              <a:lnSpc>
                <a:spcPct val="115000"/>
              </a:lnSpc>
              <a:buSzPts val="1900"/>
              <a:buChar char="○"/>
            </a:pPr>
            <a:r>
              <a:rPr lang="en" sz="2533"/>
              <a:t>mkdirs : Creates the given directory if it does not exist, also creating any necessary parent directories </a:t>
            </a:r>
            <a:endParaRPr sz="2533"/>
          </a:p>
          <a:p>
            <a:pPr marL="1219170" lvl="1" indent="-465655">
              <a:lnSpc>
                <a:spcPct val="115000"/>
              </a:lnSpc>
              <a:buSzPts val="1900"/>
              <a:buChar char="○"/>
            </a:pPr>
            <a:r>
              <a:rPr lang="en" sz="2533"/>
              <a:t>mv :Moves a file or directory, possibly across FileSystems </a:t>
            </a:r>
            <a:endParaRPr sz="2533"/>
          </a:p>
          <a:p>
            <a:pPr marL="1219170" lvl="1" indent="-465655">
              <a:lnSpc>
                <a:spcPct val="115000"/>
              </a:lnSpc>
              <a:buSzPts val="1900"/>
              <a:buChar char="○"/>
            </a:pPr>
            <a:r>
              <a:rPr lang="en" sz="2533"/>
              <a:t>put : Writes the given String out to a file </a:t>
            </a:r>
            <a:endParaRPr sz="2533"/>
          </a:p>
          <a:p>
            <a:pPr marL="1219170" lvl="1" indent="-465655">
              <a:lnSpc>
                <a:spcPct val="115000"/>
              </a:lnSpc>
              <a:buSzPts val="1900"/>
              <a:buChar char="○"/>
            </a:pPr>
            <a:r>
              <a:rPr lang="en" sz="2533"/>
              <a:t>rm : Removes a file or directory</a:t>
            </a:r>
            <a:endParaRPr sz="2533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0"/>
          <p:cNvSpPr txBox="1">
            <a:spLocks noGrp="1"/>
          </p:cNvSpPr>
          <p:nvPr>
            <p:ph type="title"/>
          </p:nvPr>
        </p:nvSpPr>
        <p:spPr>
          <a:xfrm>
            <a:off x="557133" y="260000"/>
            <a:ext cx="10962800" cy="102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Widgets Utilities</a:t>
            </a:r>
            <a:endParaRPr/>
          </a:p>
        </p:txBody>
      </p:sp>
      <p:sp>
        <p:nvSpPr>
          <p:cNvPr id="300" name="Google Shape;300;p50"/>
          <p:cNvSpPr txBox="1"/>
          <p:nvPr/>
        </p:nvSpPr>
        <p:spPr>
          <a:xfrm>
            <a:off x="292600" y="2390500"/>
            <a:ext cx="11606800" cy="3832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" sz="2533"/>
              <a:t>Dbutils.Widgets Utilities helps to gets the input value using parameters. Widget types are: </a:t>
            </a:r>
            <a:endParaRPr sz="2533"/>
          </a:p>
          <a:p>
            <a:pPr marL="609585" indent="-465655">
              <a:lnSpc>
                <a:spcPct val="115000"/>
              </a:lnSpc>
              <a:buSzPts val="1900"/>
              <a:buChar char="➢"/>
            </a:pPr>
            <a:r>
              <a:rPr lang="en" sz="2533" b="1"/>
              <a:t>combobox </a:t>
            </a:r>
            <a:r>
              <a:rPr lang="en" sz="2533"/>
              <a:t>: Creates a combobox input widget with a given name, default value and choices </a:t>
            </a:r>
            <a:endParaRPr sz="2533"/>
          </a:p>
          <a:p>
            <a:pPr marL="609585" indent="-465655">
              <a:lnSpc>
                <a:spcPct val="115000"/>
              </a:lnSpc>
              <a:buSzPts val="1900"/>
              <a:buChar char="➢"/>
            </a:pPr>
            <a:r>
              <a:rPr lang="en" sz="2533" b="1"/>
              <a:t>dropdown </a:t>
            </a:r>
            <a:r>
              <a:rPr lang="en" sz="2533"/>
              <a:t>: Creates a dropdown input widget a with given name, default value and choices </a:t>
            </a:r>
            <a:endParaRPr sz="2533"/>
          </a:p>
          <a:p>
            <a:pPr marL="609585" indent="-465655">
              <a:lnSpc>
                <a:spcPct val="115000"/>
              </a:lnSpc>
              <a:buSzPts val="1900"/>
              <a:buChar char="➢"/>
            </a:pPr>
            <a:r>
              <a:rPr lang="en" sz="2533" b="1"/>
              <a:t>get </a:t>
            </a:r>
            <a:r>
              <a:rPr lang="en" sz="2533"/>
              <a:t>: Retrieves current value of an input widget </a:t>
            </a:r>
            <a:endParaRPr sz="2533"/>
          </a:p>
          <a:p>
            <a:pPr>
              <a:lnSpc>
                <a:spcPct val="115000"/>
              </a:lnSpc>
            </a:pPr>
            <a:endParaRPr sz="2533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1"/>
          <p:cNvSpPr txBox="1">
            <a:spLocks noGrp="1"/>
          </p:cNvSpPr>
          <p:nvPr>
            <p:ph type="title"/>
          </p:nvPr>
        </p:nvSpPr>
        <p:spPr>
          <a:xfrm>
            <a:off x="557133" y="260000"/>
            <a:ext cx="10962800" cy="102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Widgets Utilities</a:t>
            </a:r>
            <a:endParaRPr/>
          </a:p>
        </p:txBody>
      </p:sp>
      <p:sp>
        <p:nvSpPr>
          <p:cNvPr id="306" name="Google Shape;306;p51"/>
          <p:cNvSpPr txBox="1"/>
          <p:nvPr/>
        </p:nvSpPr>
        <p:spPr>
          <a:xfrm>
            <a:off x="292600" y="2096600"/>
            <a:ext cx="11606800" cy="293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>
              <a:lnSpc>
                <a:spcPct val="115000"/>
              </a:lnSpc>
            </a:pPr>
            <a:endParaRPr sz="2533"/>
          </a:p>
          <a:p>
            <a:pPr marL="609585" indent="-465655">
              <a:lnSpc>
                <a:spcPct val="115000"/>
              </a:lnSpc>
              <a:buSzPts val="1900"/>
              <a:buChar char="➢"/>
            </a:pPr>
            <a:r>
              <a:rPr lang="en" sz="2533"/>
              <a:t>multiselect : Creates a multi select input widget with a given name, default value and choices </a:t>
            </a:r>
            <a:endParaRPr sz="2533"/>
          </a:p>
          <a:p>
            <a:pPr marL="609585" indent="-465655">
              <a:lnSpc>
                <a:spcPct val="115000"/>
              </a:lnSpc>
              <a:buSzPts val="1900"/>
              <a:buChar char="➢"/>
            </a:pPr>
            <a:r>
              <a:rPr lang="en" sz="2533"/>
              <a:t>remove : Removes an input widget from the notebook </a:t>
            </a:r>
            <a:endParaRPr sz="2533"/>
          </a:p>
          <a:p>
            <a:pPr marL="609585" indent="-465655">
              <a:lnSpc>
                <a:spcPct val="115000"/>
              </a:lnSpc>
              <a:buSzPts val="1900"/>
              <a:buChar char="➢"/>
            </a:pPr>
            <a:r>
              <a:rPr lang="en" sz="2533"/>
              <a:t>removeAll : Removes all widgets in the notebook • </a:t>
            </a:r>
            <a:endParaRPr sz="2533"/>
          </a:p>
          <a:p>
            <a:pPr marL="609585" indent="-465655">
              <a:lnSpc>
                <a:spcPct val="115000"/>
              </a:lnSpc>
              <a:buSzPts val="1900"/>
              <a:buChar char="➢"/>
            </a:pPr>
            <a:r>
              <a:rPr lang="en" sz="2533"/>
              <a:t>text : Creates a text input widget with a given name and default value</a:t>
            </a:r>
            <a:endParaRPr sz="2533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2"/>
          <p:cNvSpPr txBox="1">
            <a:spLocks noGrp="1"/>
          </p:cNvSpPr>
          <p:nvPr>
            <p:ph type="title"/>
          </p:nvPr>
        </p:nvSpPr>
        <p:spPr>
          <a:xfrm>
            <a:off x="557133" y="260000"/>
            <a:ext cx="10962800" cy="102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Notebook Utilities</a:t>
            </a:r>
            <a:endParaRPr/>
          </a:p>
        </p:txBody>
      </p:sp>
      <p:sp>
        <p:nvSpPr>
          <p:cNvPr id="312" name="Google Shape;312;p52"/>
          <p:cNvSpPr txBox="1"/>
          <p:nvPr/>
        </p:nvSpPr>
        <p:spPr>
          <a:xfrm>
            <a:off x="292600" y="2096601"/>
            <a:ext cx="11606800" cy="203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>
              <a:lnSpc>
                <a:spcPct val="115000"/>
              </a:lnSpc>
            </a:pPr>
            <a:endParaRPr sz="2533" dirty="0"/>
          </a:p>
          <a:p>
            <a:pPr marL="609585" indent="-465655">
              <a:lnSpc>
                <a:spcPct val="115000"/>
              </a:lnSpc>
              <a:buSzPts val="1900"/>
              <a:buChar char="➢"/>
            </a:pPr>
            <a:r>
              <a:rPr lang="en-US" sz="2533" dirty="0"/>
              <a:t>I</a:t>
            </a:r>
            <a:r>
              <a:rPr lang="en" sz="2533"/>
              <a:t>nvove one notebook through others.</a:t>
            </a:r>
          </a:p>
          <a:p>
            <a:pPr marL="609585" indent="-465655">
              <a:lnSpc>
                <a:spcPct val="115000"/>
              </a:lnSpc>
              <a:buSzPts val="1900"/>
              <a:buChar char="➢"/>
            </a:pPr>
            <a:r>
              <a:rPr lang="en" sz="2533" dirty="0"/>
              <a:t>Exit : This method lets you exit a notebook with a value </a:t>
            </a:r>
            <a:endParaRPr sz="2533" dirty="0"/>
          </a:p>
          <a:p>
            <a:pPr marL="609585" indent="-465655">
              <a:lnSpc>
                <a:spcPct val="115000"/>
              </a:lnSpc>
              <a:buSzPts val="1900"/>
              <a:buChar char="➢"/>
            </a:pPr>
            <a:r>
              <a:rPr lang="en" sz="2533" dirty="0"/>
              <a:t>Run : This method runs a notebook and returns its exit value</a:t>
            </a:r>
            <a:endParaRPr sz="253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DDB52-87E3-F18A-60A6-76C71DEA9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DBFS (Databricks file system)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CD822-024C-5636-FEBA-D0ED75BD6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134" y="1690688"/>
            <a:ext cx="4461933" cy="4486275"/>
          </a:xfrm>
        </p:spPr>
        <p:txBody>
          <a:bodyPr/>
          <a:lstStyle/>
          <a:p>
            <a:r>
              <a:rPr lang="en-US" dirty="0"/>
              <a:t>To upload files  in </a:t>
            </a:r>
            <a:r>
              <a:rPr lang="en-US" dirty="0" err="1"/>
              <a:t>databricks</a:t>
            </a:r>
            <a:r>
              <a:rPr lang="en-US" dirty="0"/>
              <a:t> file system go to user settings,</a:t>
            </a:r>
          </a:p>
          <a:p>
            <a:r>
              <a:rPr lang="en-US" dirty="0"/>
              <a:t>Go to advance -&gt; other -&gt; and enable DBFS file browser</a:t>
            </a:r>
          </a:p>
          <a:p>
            <a:r>
              <a:rPr lang="en-US" dirty="0"/>
              <a:t>Refresh the </a:t>
            </a:r>
            <a:r>
              <a:rPr lang="en-US"/>
              <a:t>page after DBFS file Browser Enabled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089E70-338B-BE85-07AC-69C01D2B1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708" y="1690688"/>
            <a:ext cx="7172158" cy="4258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852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C6E84-260D-649F-03A5-6E1BB0F7B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5C8F4-4D1D-2EDC-6E89-2004E2071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https://learn.microsoft.com/en-us/azure/databricks/notebooks/notebooks-code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331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9E5FD-0E0F-D2C9-239B-1E4D505449C2}"/>
              </a:ext>
            </a:extLst>
          </p:cNvPr>
          <p:cNvSpPr/>
          <p:nvPr/>
        </p:nvSpPr>
        <p:spPr>
          <a:xfrm>
            <a:off x="4521531" y="2967335"/>
            <a:ext cx="31489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58779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2125</TotalTime>
  <Words>411</Words>
  <Application>Microsoft Office PowerPoint</Application>
  <PresentationFormat>Widescreen</PresentationFormat>
  <Paragraphs>55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Databricks Notebook</vt:lpstr>
      <vt:lpstr>PowerPoint Presentation</vt:lpstr>
      <vt:lpstr>Commands </vt:lpstr>
      <vt:lpstr>Use of utilities</vt:lpstr>
      <vt:lpstr>DBUtils</vt:lpstr>
      <vt:lpstr>File System Utilities</vt:lpstr>
      <vt:lpstr>Widgets Utilities</vt:lpstr>
      <vt:lpstr>Widgets Utilities</vt:lpstr>
      <vt:lpstr>Notebook Utilities</vt:lpstr>
      <vt:lpstr>DBFS (Databricks file system)</vt:lpstr>
      <vt:lpstr>Reference link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Amrita Helwade</dc:creator>
  <cp:lastModifiedBy>Amrita Helwade</cp:lastModifiedBy>
  <cp:revision>4</cp:revision>
  <dcterms:created xsi:type="dcterms:W3CDTF">2024-08-07T08:28:03Z</dcterms:created>
  <dcterms:modified xsi:type="dcterms:W3CDTF">2025-05-29T10:02:01Z</dcterms:modified>
</cp:coreProperties>
</file>