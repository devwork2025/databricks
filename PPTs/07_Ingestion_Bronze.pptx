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74" r:id="rId5"/>
    <p:sldId id="265" r:id="rId6"/>
    <p:sldId id="260" r:id="rId7"/>
    <p:sldId id="268" r:id="rId8"/>
    <p:sldId id="269" r:id="rId9"/>
    <p:sldId id="270" r:id="rId10"/>
    <p:sldId id="267" r:id="rId11"/>
    <p:sldId id="261" r:id="rId12"/>
    <p:sldId id="262" r:id="rId13"/>
    <p:sldId id="266" r:id="rId14"/>
    <p:sldId id="263" r:id="rId15"/>
    <p:sldId id="271" r:id="rId16"/>
    <p:sldId id="272" r:id="rId17"/>
    <p:sldId id="273" r:id="rId18"/>
    <p:sldId id="264" r:id="rId19"/>
    <p:sldId id="259" r:id="rId2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c6ff73c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ec6ff73c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9dafdb0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9dafdb0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9dafdb0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9dafdb0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4fa6714de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4fa6714de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Ingestion Bronze</a:t>
            </a:r>
            <a:endParaRPr u="s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 idx="4294967295"/>
          </p:nvPr>
        </p:nvSpPr>
        <p:spPr>
          <a:xfrm>
            <a:off x="460950" y="33945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Architecture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471900" y="42165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Ingesting data to Bronze Layer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Schema: bronze</a:t>
            </a:r>
            <a:endParaRPr sz="2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Tables:</a:t>
            </a:r>
            <a:endParaRPr sz="2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1. raw_traffic</a:t>
            </a:r>
            <a:endParaRPr sz="2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2. raw_roads</a:t>
            </a:r>
            <a:endParaRPr sz="2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000">
              <a:solidFill>
                <a:schemeClr val="dk2"/>
              </a:solidFill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475" y="1707450"/>
            <a:ext cx="5669525" cy="32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550" y="2130350"/>
            <a:ext cx="2090300" cy="263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1138" y="2130338"/>
            <a:ext cx="866775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5388" y="2394088"/>
            <a:ext cx="88582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6484575" y="4243975"/>
            <a:ext cx="15972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Bronze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643A3-C038-7012-9BCD-31A442EB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requirement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976C3-1CAE-C5F3-BB5E-83B8A2AA4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 all files into the data lake</a:t>
            </a:r>
          </a:p>
          <a:p>
            <a:r>
              <a:rPr lang="en-US" dirty="0"/>
              <a:t>Ingested data must have schema applied</a:t>
            </a:r>
          </a:p>
          <a:p>
            <a:r>
              <a:rPr lang="en-US" dirty="0"/>
              <a:t>Ingested data must have audit columns</a:t>
            </a:r>
          </a:p>
          <a:p>
            <a:r>
              <a:rPr lang="en-US" dirty="0"/>
              <a:t>Ingested data must be stored in columnar format</a:t>
            </a:r>
          </a:p>
          <a:p>
            <a:r>
              <a:rPr lang="en-US" dirty="0"/>
              <a:t>Must be able to analyze the ingested data via SQL</a:t>
            </a:r>
          </a:p>
          <a:p>
            <a:r>
              <a:rPr lang="en-US" dirty="0"/>
              <a:t>Ingestion logic must be able to </a:t>
            </a:r>
            <a:r>
              <a:rPr lang="en-US"/>
              <a:t>handle incremental load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0EAD-ABB6-7276-1FC2-154B9CF5C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CSV</a:t>
            </a:r>
          </a:p>
        </p:txBody>
      </p:sp>
    </p:spTree>
    <p:extLst>
      <p:ext uri="{BB962C8B-B14F-4D97-AF65-F5344CB8AC3E}">
        <p14:creationId xmlns:p14="http://schemas.microsoft.com/office/powerpoint/2010/main" val="326371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4A03-F19A-CD6B-E709-359C3955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F905A-FC53-CE39-2105-BD5DA595C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2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B239D-33B8-7935-16A3-88081950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42739-7579-A3D5-C833-3D4F25F8E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6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FCFC-3429-EA3C-4209-A6F4D87C9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0E33C-534B-47CB-4F05-CF8F51D31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4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22C0-50F6-9F26-0346-8B7B06C39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D39DD-9528-70C1-7FEA-4602650E2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00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0EAD-ABB6-7276-1FC2-154B9CF5C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79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39091-8437-E29A-AE96-87D438CC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2E3A9-6F0B-EE20-0541-2DA0ED81C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2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44E3B-DDD0-5813-ACA8-B01C7E729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317E1-F146-5F18-CBC4-F5E39B4CA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20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0EAD-ABB6-7276-1FC2-154B9CF5C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files</a:t>
            </a:r>
          </a:p>
        </p:txBody>
      </p:sp>
    </p:spTree>
    <p:extLst>
      <p:ext uri="{BB962C8B-B14F-4D97-AF65-F5344CB8AC3E}">
        <p14:creationId xmlns:p14="http://schemas.microsoft.com/office/powerpoint/2010/main" val="1585454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5C9D-F068-B27D-FAE7-95703080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16C4B-57A7-7AF2-7EEC-B7D64FF76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40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CD0F-11F0-DC17-7F25-AEA10C37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9BE85-E910-7590-C8F3-7258C9A7C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37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7F146-8CC2-593D-C572-D1158422C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0B059-7066-7E8D-4B93-8B812E7C9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327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4119-7B50-0179-ACA9-4ED77306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F3CF1-8F3F-2709-49A2-7313F7C98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53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39BA-4C74-B33D-68C3-BCC04A3C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390BA-6AEE-AA71-BC7B-A2492E1E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57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1867101" y="958800"/>
            <a:ext cx="4611767" cy="322589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2"/>
                </a:solidFill>
                <a:latin typeface="Arial"/>
              </a:rPr>
              <a:t>Thank</a:t>
            </a:r>
            <a:br>
              <a:rPr b="0" i="0"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2"/>
                </a:solidFill>
                <a:latin typeface="Arial"/>
              </a:rPr>
            </a:br>
            <a:r>
              <a:rPr b="0" i="0"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2"/>
                </a:solidFill>
                <a:latin typeface="Arial"/>
              </a:rPr>
              <a:t> You</a:t>
            </a:r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81</Words>
  <Application>Microsoft Office PowerPoint</Application>
  <PresentationFormat>On-screen Show (16:9)</PresentationFormat>
  <Paragraphs>19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Roboto</vt:lpstr>
      <vt:lpstr>Arial</vt:lpstr>
      <vt:lpstr>Material</vt:lpstr>
      <vt:lpstr>Ingestion Bronze</vt:lpstr>
      <vt:lpstr>Project Architecture</vt:lpstr>
      <vt:lpstr>Ingesting data to Bronze Layer</vt:lpstr>
      <vt:lpstr>Basic requirement</vt:lpstr>
      <vt:lpstr>CSV</vt:lpstr>
      <vt:lpstr>PowerPoint Presentation</vt:lpstr>
      <vt:lpstr>PowerPoint Presentation</vt:lpstr>
      <vt:lpstr>PowerPoint Presentation</vt:lpstr>
      <vt:lpstr>PowerPoint Presentation</vt:lpstr>
      <vt:lpstr>json</vt:lpstr>
      <vt:lpstr>PowerPoint Presentation</vt:lpstr>
      <vt:lpstr>PowerPoint Presentation</vt:lpstr>
      <vt:lpstr>Multiple files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Amrita Helwade</cp:lastModifiedBy>
  <cp:revision>3</cp:revision>
  <dcterms:modified xsi:type="dcterms:W3CDTF">2024-09-26T08:23:19Z</dcterms:modified>
</cp:coreProperties>
</file>