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8"/>
  </p:notesMasterIdLst>
  <p:sldIdLst>
    <p:sldId id="256" r:id="rId2"/>
    <p:sldId id="257" r:id="rId3"/>
    <p:sldId id="301" r:id="rId4"/>
    <p:sldId id="258" r:id="rId5"/>
    <p:sldId id="260" r:id="rId6"/>
    <p:sldId id="261" r:id="rId7"/>
    <p:sldId id="262" r:id="rId8"/>
    <p:sldId id="263" r:id="rId9"/>
    <p:sldId id="264" r:id="rId10"/>
    <p:sldId id="265" r:id="rId11"/>
    <p:sldId id="302" r:id="rId12"/>
    <p:sldId id="266" r:id="rId13"/>
    <p:sldId id="303" r:id="rId14"/>
    <p:sldId id="267" r:id="rId15"/>
    <p:sldId id="268" r:id="rId16"/>
    <p:sldId id="269" r:id="rId17"/>
    <p:sldId id="270" r:id="rId18"/>
    <p:sldId id="304" r:id="rId19"/>
    <p:sldId id="297" r:id="rId20"/>
    <p:sldId id="298" r:id="rId21"/>
    <p:sldId id="299" r:id="rId22"/>
    <p:sldId id="300" r:id="rId23"/>
    <p:sldId id="271" r:id="rId24"/>
    <p:sldId id="272" r:id="rId25"/>
    <p:sldId id="273" r:id="rId26"/>
    <p:sldId id="274" r:id="rId27"/>
    <p:sldId id="276" r:id="rId28"/>
    <p:sldId id="277" r:id="rId29"/>
    <p:sldId id="278" r:id="rId30"/>
    <p:sldId id="311" r:id="rId31"/>
    <p:sldId id="279" r:id="rId32"/>
    <p:sldId id="305" r:id="rId33"/>
    <p:sldId id="280" r:id="rId34"/>
    <p:sldId id="281" r:id="rId35"/>
    <p:sldId id="282" r:id="rId36"/>
    <p:sldId id="283" r:id="rId37"/>
    <p:sldId id="284" r:id="rId38"/>
    <p:sldId id="309" r:id="rId39"/>
    <p:sldId id="285" r:id="rId40"/>
    <p:sldId id="286" r:id="rId41"/>
    <p:sldId id="287" r:id="rId42"/>
    <p:sldId id="288" r:id="rId43"/>
    <p:sldId id="289" r:id="rId44"/>
    <p:sldId id="306" r:id="rId45"/>
    <p:sldId id="307" r:id="rId46"/>
    <p:sldId id="308" r:id="rId47"/>
  </p:sldIdLst>
  <p:sldSz cx="9144000" cy="5143500" type="screen16x9"/>
  <p:notesSz cx="6858000" cy="9144000"/>
  <p:embeddedFontLst>
    <p:embeddedFont>
      <p:font typeface="Roboto" panose="020000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DAD2C4-0AD2-4FCA-B11C-DE759AEE8CDE}"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D511B7C6-AF42-435D-9FB0-CD94D195310A}">
      <dgm:prSet phldrT="[Text]"/>
      <dgm:spPr/>
      <dgm:t>
        <a:bodyPr/>
        <a:lstStyle/>
        <a:p>
          <a:r>
            <a:rPr lang="en-US" dirty="0"/>
            <a:t>SPARK</a:t>
          </a:r>
        </a:p>
      </dgm:t>
    </dgm:pt>
    <dgm:pt modelId="{2D9E3220-2D13-4142-8293-A55697B888F7}" type="parTrans" cxnId="{9B24C2CC-BB9B-4C6B-AD6E-3E3EE6C8CA25}">
      <dgm:prSet/>
      <dgm:spPr/>
      <dgm:t>
        <a:bodyPr/>
        <a:lstStyle/>
        <a:p>
          <a:endParaRPr lang="en-US"/>
        </a:p>
      </dgm:t>
    </dgm:pt>
    <dgm:pt modelId="{ED0ED39C-9CB4-405A-A4B4-2760092675F3}" type="sibTrans" cxnId="{9B24C2CC-BB9B-4C6B-AD6E-3E3EE6C8CA25}">
      <dgm:prSet/>
      <dgm:spPr/>
      <dgm:t>
        <a:bodyPr/>
        <a:lstStyle/>
        <a:p>
          <a:endParaRPr lang="en-US"/>
        </a:p>
      </dgm:t>
    </dgm:pt>
    <dgm:pt modelId="{A4834AB3-59FC-4937-8F85-2552042178ED}">
      <dgm:prSet phldrT="[Text]"/>
      <dgm:spPr/>
      <dgm:t>
        <a:bodyPr/>
        <a:lstStyle/>
        <a:p>
          <a:r>
            <a:rPr lang="en-US" dirty="0"/>
            <a:t>cluster</a:t>
          </a:r>
        </a:p>
      </dgm:t>
    </dgm:pt>
    <dgm:pt modelId="{AE802292-6CFA-464D-9345-BBEC4E54CB19}" type="parTrans" cxnId="{0E5BC8D2-6258-4049-9151-FBBFFC6D439B}">
      <dgm:prSet/>
      <dgm:spPr/>
      <dgm:t>
        <a:bodyPr/>
        <a:lstStyle/>
        <a:p>
          <a:endParaRPr lang="en-US"/>
        </a:p>
      </dgm:t>
    </dgm:pt>
    <dgm:pt modelId="{AC1DD675-2498-4523-AE2C-CD7C518ABEE3}" type="sibTrans" cxnId="{0E5BC8D2-6258-4049-9151-FBBFFC6D439B}">
      <dgm:prSet/>
      <dgm:spPr/>
      <dgm:t>
        <a:bodyPr/>
        <a:lstStyle/>
        <a:p>
          <a:endParaRPr lang="en-US"/>
        </a:p>
      </dgm:t>
    </dgm:pt>
    <dgm:pt modelId="{CA41287A-829B-4FBA-B1EF-3318BFB01608}">
      <dgm:prSet phldrT="[Text]"/>
      <dgm:spPr/>
      <dgm:t>
        <a:bodyPr/>
        <a:lstStyle/>
        <a:p>
          <a:r>
            <a:rPr lang="en-US" dirty="0"/>
            <a:t>SQL analytics</a:t>
          </a:r>
        </a:p>
      </dgm:t>
    </dgm:pt>
    <dgm:pt modelId="{57736C64-5A5F-471A-8F8B-E008A2B841F4}" type="parTrans" cxnId="{396E02B1-DEDB-4183-AF28-7AB2589432E6}">
      <dgm:prSet/>
      <dgm:spPr/>
      <dgm:t>
        <a:bodyPr/>
        <a:lstStyle/>
        <a:p>
          <a:endParaRPr lang="en-US"/>
        </a:p>
      </dgm:t>
    </dgm:pt>
    <dgm:pt modelId="{81CC37EC-BC38-4E62-8D4B-81B5CD079AF0}" type="sibTrans" cxnId="{396E02B1-DEDB-4183-AF28-7AB2589432E6}">
      <dgm:prSet/>
      <dgm:spPr/>
      <dgm:t>
        <a:bodyPr/>
        <a:lstStyle/>
        <a:p>
          <a:endParaRPr lang="en-US"/>
        </a:p>
      </dgm:t>
    </dgm:pt>
    <dgm:pt modelId="{69F0086C-03BC-4641-89D1-FD2EB9724DE9}">
      <dgm:prSet phldrT="[Text]"/>
      <dgm:spPr/>
      <dgm:t>
        <a:bodyPr/>
        <a:lstStyle/>
        <a:p>
          <a:r>
            <a:rPr lang="en-US" dirty="0"/>
            <a:t>Data lake</a:t>
          </a:r>
        </a:p>
      </dgm:t>
    </dgm:pt>
    <dgm:pt modelId="{3D860B6D-8387-468D-AE20-F8C0C593DEA4}" type="parTrans" cxnId="{6F3F1255-163B-4B6D-853F-CE959695D9B4}">
      <dgm:prSet/>
      <dgm:spPr/>
      <dgm:t>
        <a:bodyPr/>
        <a:lstStyle/>
        <a:p>
          <a:endParaRPr lang="en-US"/>
        </a:p>
      </dgm:t>
    </dgm:pt>
    <dgm:pt modelId="{3B2C5F6E-8E70-48EA-A2A2-DE5BA3318447}" type="sibTrans" cxnId="{6F3F1255-163B-4B6D-853F-CE959695D9B4}">
      <dgm:prSet/>
      <dgm:spPr/>
      <dgm:t>
        <a:bodyPr/>
        <a:lstStyle/>
        <a:p>
          <a:endParaRPr lang="en-US"/>
        </a:p>
      </dgm:t>
    </dgm:pt>
    <dgm:pt modelId="{DEFCAC85-1BB2-4AC1-9882-2812ECC905FD}">
      <dgm:prSet phldrT="[Text]"/>
      <dgm:spPr/>
      <dgm:t>
        <a:bodyPr/>
        <a:lstStyle/>
        <a:p>
          <a:r>
            <a:rPr lang="en-US" dirty="0" err="1"/>
            <a:t>MLflow</a:t>
          </a:r>
          <a:endParaRPr lang="en-US" dirty="0"/>
        </a:p>
      </dgm:t>
    </dgm:pt>
    <dgm:pt modelId="{E9268675-2163-47AB-8606-4F872CDBDE63}" type="parTrans" cxnId="{1A27200E-7496-47EA-9BFA-FF85EE4156BA}">
      <dgm:prSet/>
      <dgm:spPr/>
      <dgm:t>
        <a:bodyPr/>
        <a:lstStyle/>
        <a:p>
          <a:endParaRPr lang="en-US"/>
        </a:p>
      </dgm:t>
    </dgm:pt>
    <dgm:pt modelId="{3E23A93B-EDA3-432B-B4C5-3A892618EC60}" type="sibTrans" cxnId="{1A27200E-7496-47EA-9BFA-FF85EE4156BA}">
      <dgm:prSet/>
      <dgm:spPr/>
      <dgm:t>
        <a:bodyPr/>
        <a:lstStyle/>
        <a:p>
          <a:endParaRPr lang="en-US"/>
        </a:p>
      </dgm:t>
    </dgm:pt>
    <dgm:pt modelId="{9AE751F3-4389-4B61-A7F3-DA7A53478E63}">
      <dgm:prSet/>
      <dgm:spPr/>
      <dgm:t>
        <a:bodyPr/>
        <a:lstStyle/>
        <a:p>
          <a:r>
            <a:rPr lang="en-US" dirty="0"/>
            <a:t>Workspace and notebooks</a:t>
          </a:r>
        </a:p>
      </dgm:t>
    </dgm:pt>
    <dgm:pt modelId="{BDA4A988-D9C5-4047-B013-D3DEA921FECD}" type="parTrans" cxnId="{5ED500CB-FDCC-41AC-BA76-7B4CF6ACA693}">
      <dgm:prSet/>
      <dgm:spPr/>
      <dgm:t>
        <a:bodyPr/>
        <a:lstStyle/>
        <a:p>
          <a:endParaRPr lang="en-US"/>
        </a:p>
      </dgm:t>
    </dgm:pt>
    <dgm:pt modelId="{69739D11-8315-4E3F-8A7D-32CBA8D67047}" type="sibTrans" cxnId="{5ED500CB-FDCC-41AC-BA76-7B4CF6ACA693}">
      <dgm:prSet/>
      <dgm:spPr/>
      <dgm:t>
        <a:bodyPr/>
        <a:lstStyle/>
        <a:p>
          <a:endParaRPr lang="en-US"/>
        </a:p>
      </dgm:t>
    </dgm:pt>
    <dgm:pt modelId="{E187FB3C-C389-446E-8DF2-FF8AD2AF87D0}">
      <dgm:prSet/>
      <dgm:spPr/>
      <dgm:t>
        <a:bodyPr/>
        <a:lstStyle/>
        <a:p>
          <a:r>
            <a:rPr lang="en-US" dirty="0"/>
            <a:t>Databases / tables</a:t>
          </a:r>
        </a:p>
      </dgm:t>
    </dgm:pt>
    <dgm:pt modelId="{088EBFB6-40E5-4D97-8941-B6635D123AF8}" type="parTrans" cxnId="{EB42D62F-4F12-4FE4-A8D8-8F4E086314DB}">
      <dgm:prSet/>
      <dgm:spPr/>
      <dgm:t>
        <a:bodyPr/>
        <a:lstStyle/>
        <a:p>
          <a:endParaRPr lang="en-US"/>
        </a:p>
      </dgm:t>
    </dgm:pt>
    <dgm:pt modelId="{FF12A559-C2D0-4741-98D9-DF48A081A7F3}" type="sibTrans" cxnId="{EB42D62F-4F12-4FE4-A8D8-8F4E086314DB}">
      <dgm:prSet/>
      <dgm:spPr/>
      <dgm:t>
        <a:bodyPr/>
        <a:lstStyle/>
        <a:p>
          <a:endParaRPr lang="en-US"/>
        </a:p>
      </dgm:t>
    </dgm:pt>
    <dgm:pt modelId="{E33506E3-DC2D-41F0-874B-AD73C46EB209}">
      <dgm:prSet/>
      <dgm:spPr/>
      <dgm:t>
        <a:bodyPr/>
        <a:lstStyle/>
        <a:p>
          <a:r>
            <a:rPr lang="en-US" dirty="0"/>
            <a:t>Optimized spark</a:t>
          </a:r>
        </a:p>
      </dgm:t>
    </dgm:pt>
    <dgm:pt modelId="{3B6A1039-FBE4-4061-958B-FC2E9D2D86A8}" type="parTrans" cxnId="{A56A6926-D02C-4CA1-9D6E-F33894553C65}">
      <dgm:prSet/>
      <dgm:spPr/>
      <dgm:t>
        <a:bodyPr/>
        <a:lstStyle/>
        <a:p>
          <a:endParaRPr lang="en-US"/>
        </a:p>
      </dgm:t>
    </dgm:pt>
    <dgm:pt modelId="{17B09B9D-2ED4-4716-B8CB-53C25ABFA6BB}" type="sibTrans" cxnId="{A56A6926-D02C-4CA1-9D6E-F33894553C65}">
      <dgm:prSet/>
      <dgm:spPr/>
      <dgm:t>
        <a:bodyPr/>
        <a:lstStyle/>
        <a:p>
          <a:endParaRPr lang="en-US"/>
        </a:p>
      </dgm:t>
    </dgm:pt>
    <dgm:pt modelId="{9DC6DF2C-C084-4683-8905-4E4010055885}">
      <dgm:prSet/>
      <dgm:spPr/>
      <dgm:t>
        <a:bodyPr/>
        <a:lstStyle/>
        <a:p>
          <a:r>
            <a:rPr lang="en-US" dirty="0"/>
            <a:t>Administration controls</a:t>
          </a:r>
        </a:p>
      </dgm:t>
    </dgm:pt>
    <dgm:pt modelId="{01F04310-7748-4BE1-8443-2055FE1F0EB4}" type="parTrans" cxnId="{DC272B81-7FCE-400F-8E07-C00028E59E6B}">
      <dgm:prSet/>
      <dgm:spPr/>
      <dgm:t>
        <a:bodyPr/>
        <a:lstStyle/>
        <a:p>
          <a:endParaRPr lang="en-US"/>
        </a:p>
      </dgm:t>
    </dgm:pt>
    <dgm:pt modelId="{7D308656-5161-47F8-8B38-15D1D20E988C}" type="sibTrans" cxnId="{DC272B81-7FCE-400F-8E07-C00028E59E6B}">
      <dgm:prSet/>
      <dgm:spPr/>
      <dgm:t>
        <a:bodyPr/>
        <a:lstStyle/>
        <a:p>
          <a:endParaRPr lang="en-US"/>
        </a:p>
      </dgm:t>
    </dgm:pt>
    <dgm:pt modelId="{1A62F87D-A5B5-40A8-BC49-D978400B89C3}" type="pres">
      <dgm:prSet presAssocID="{B4DAD2C4-0AD2-4FCA-B11C-DE759AEE8CDE}" presName="Name0" presStyleCnt="0">
        <dgm:presLayoutVars>
          <dgm:chMax val="1"/>
          <dgm:dir/>
          <dgm:animLvl val="ctr"/>
          <dgm:resizeHandles val="exact"/>
        </dgm:presLayoutVars>
      </dgm:prSet>
      <dgm:spPr/>
    </dgm:pt>
    <dgm:pt modelId="{B3C7D8EA-B9F7-4885-A22C-86F2E221FC52}" type="pres">
      <dgm:prSet presAssocID="{D511B7C6-AF42-435D-9FB0-CD94D195310A}" presName="centerShape" presStyleLbl="node0" presStyleIdx="0" presStyleCnt="1"/>
      <dgm:spPr/>
    </dgm:pt>
    <dgm:pt modelId="{182E91DA-DC4E-47DB-8217-05EF7428EE56}" type="pres">
      <dgm:prSet presAssocID="{A4834AB3-59FC-4937-8F85-2552042178ED}" presName="node" presStyleLbl="node1" presStyleIdx="0" presStyleCnt="8">
        <dgm:presLayoutVars>
          <dgm:bulletEnabled val="1"/>
        </dgm:presLayoutVars>
      </dgm:prSet>
      <dgm:spPr/>
    </dgm:pt>
    <dgm:pt modelId="{BAF9E4B5-88C5-41E1-8056-E7C27D7B15C8}" type="pres">
      <dgm:prSet presAssocID="{A4834AB3-59FC-4937-8F85-2552042178ED}" presName="dummy" presStyleCnt="0"/>
      <dgm:spPr/>
    </dgm:pt>
    <dgm:pt modelId="{B0DEEAF1-996C-49E5-852B-6A03C448D557}" type="pres">
      <dgm:prSet presAssocID="{AC1DD675-2498-4523-AE2C-CD7C518ABEE3}" presName="sibTrans" presStyleLbl="sibTrans2D1" presStyleIdx="0" presStyleCnt="8"/>
      <dgm:spPr/>
    </dgm:pt>
    <dgm:pt modelId="{F73DCBF7-7F79-47EE-8A3B-2C37255B6711}" type="pres">
      <dgm:prSet presAssocID="{9AE751F3-4389-4B61-A7F3-DA7A53478E63}" presName="node" presStyleLbl="node1" presStyleIdx="1" presStyleCnt="8">
        <dgm:presLayoutVars>
          <dgm:bulletEnabled val="1"/>
        </dgm:presLayoutVars>
      </dgm:prSet>
      <dgm:spPr/>
    </dgm:pt>
    <dgm:pt modelId="{30C3AD7A-1569-4C0A-A922-DFEBBB3AD40F}" type="pres">
      <dgm:prSet presAssocID="{9AE751F3-4389-4B61-A7F3-DA7A53478E63}" presName="dummy" presStyleCnt="0"/>
      <dgm:spPr/>
    </dgm:pt>
    <dgm:pt modelId="{D80056E6-4BB9-4A6B-B9BD-9B4B2301BEFB}" type="pres">
      <dgm:prSet presAssocID="{69739D11-8315-4E3F-8A7D-32CBA8D67047}" presName="sibTrans" presStyleLbl="sibTrans2D1" presStyleIdx="1" presStyleCnt="8"/>
      <dgm:spPr/>
    </dgm:pt>
    <dgm:pt modelId="{AB100EEA-AD43-42B5-BAAA-92BC5162957D}" type="pres">
      <dgm:prSet presAssocID="{9DC6DF2C-C084-4683-8905-4E4010055885}" presName="node" presStyleLbl="node1" presStyleIdx="2" presStyleCnt="8">
        <dgm:presLayoutVars>
          <dgm:bulletEnabled val="1"/>
        </dgm:presLayoutVars>
      </dgm:prSet>
      <dgm:spPr/>
    </dgm:pt>
    <dgm:pt modelId="{D5A996A7-C5B6-444C-ABED-E2D484F34ED8}" type="pres">
      <dgm:prSet presAssocID="{9DC6DF2C-C084-4683-8905-4E4010055885}" presName="dummy" presStyleCnt="0"/>
      <dgm:spPr/>
    </dgm:pt>
    <dgm:pt modelId="{C8C11B23-7C36-401F-A306-5A00FFB79F94}" type="pres">
      <dgm:prSet presAssocID="{7D308656-5161-47F8-8B38-15D1D20E988C}" presName="sibTrans" presStyleLbl="sibTrans2D1" presStyleIdx="2" presStyleCnt="8"/>
      <dgm:spPr/>
    </dgm:pt>
    <dgm:pt modelId="{3ADCEAC6-F9FF-4A74-9959-8737B562F125}" type="pres">
      <dgm:prSet presAssocID="{E33506E3-DC2D-41F0-874B-AD73C46EB209}" presName="node" presStyleLbl="node1" presStyleIdx="3" presStyleCnt="8">
        <dgm:presLayoutVars>
          <dgm:bulletEnabled val="1"/>
        </dgm:presLayoutVars>
      </dgm:prSet>
      <dgm:spPr/>
    </dgm:pt>
    <dgm:pt modelId="{FC7283A9-23FB-4356-9DCE-D89C64332CE1}" type="pres">
      <dgm:prSet presAssocID="{E33506E3-DC2D-41F0-874B-AD73C46EB209}" presName="dummy" presStyleCnt="0"/>
      <dgm:spPr/>
    </dgm:pt>
    <dgm:pt modelId="{AD1F8707-8170-4A5C-8AE8-8FACA873A718}" type="pres">
      <dgm:prSet presAssocID="{17B09B9D-2ED4-4716-B8CB-53C25ABFA6BB}" presName="sibTrans" presStyleLbl="sibTrans2D1" presStyleIdx="3" presStyleCnt="8"/>
      <dgm:spPr/>
    </dgm:pt>
    <dgm:pt modelId="{E06B6B21-EEAB-4B97-9165-F5FE90305DEA}" type="pres">
      <dgm:prSet presAssocID="{E187FB3C-C389-446E-8DF2-FF8AD2AF87D0}" presName="node" presStyleLbl="node1" presStyleIdx="4" presStyleCnt="8">
        <dgm:presLayoutVars>
          <dgm:bulletEnabled val="1"/>
        </dgm:presLayoutVars>
      </dgm:prSet>
      <dgm:spPr/>
    </dgm:pt>
    <dgm:pt modelId="{6067D6D4-5539-4A9A-B7A0-71B79A053B17}" type="pres">
      <dgm:prSet presAssocID="{E187FB3C-C389-446E-8DF2-FF8AD2AF87D0}" presName="dummy" presStyleCnt="0"/>
      <dgm:spPr/>
    </dgm:pt>
    <dgm:pt modelId="{1D1A4E47-CED2-4FAE-8530-050D1C3B1E57}" type="pres">
      <dgm:prSet presAssocID="{FF12A559-C2D0-4741-98D9-DF48A081A7F3}" presName="sibTrans" presStyleLbl="sibTrans2D1" presStyleIdx="4" presStyleCnt="8"/>
      <dgm:spPr/>
    </dgm:pt>
    <dgm:pt modelId="{8F731BEC-008F-4AC5-825A-5EE7738838C3}" type="pres">
      <dgm:prSet presAssocID="{CA41287A-829B-4FBA-B1EF-3318BFB01608}" presName="node" presStyleLbl="node1" presStyleIdx="5" presStyleCnt="8">
        <dgm:presLayoutVars>
          <dgm:bulletEnabled val="1"/>
        </dgm:presLayoutVars>
      </dgm:prSet>
      <dgm:spPr/>
    </dgm:pt>
    <dgm:pt modelId="{24584DB2-CA5F-4D17-8572-F42426CDA783}" type="pres">
      <dgm:prSet presAssocID="{CA41287A-829B-4FBA-B1EF-3318BFB01608}" presName="dummy" presStyleCnt="0"/>
      <dgm:spPr/>
    </dgm:pt>
    <dgm:pt modelId="{2981065C-9645-4ECE-ABAC-240EC709AD8B}" type="pres">
      <dgm:prSet presAssocID="{81CC37EC-BC38-4E62-8D4B-81B5CD079AF0}" presName="sibTrans" presStyleLbl="sibTrans2D1" presStyleIdx="5" presStyleCnt="8"/>
      <dgm:spPr/>
    </dgm:pt>
    <dgm:pt modelId="{9F14CA76-18DB-48A6-8F63-9664E02F8B02}" type="pres">
      <dgm:prSet presAssocID="{69F0086C-03BC-4641-89D1-FD2EB9724DE9}" presName="node" presStyleLbl="node1" presStyleIdx="6" presStyleCnt="8">
        <dgm:presLayoutVars>
          <dgm:bulletEnabled val="1"/>
        </dgm:presLayoutVars>
      </dgm:prSet>
      <dgm:spPr/>
    </dgm:pt>
    <dgm:pt modelId="{DA8F60F9-B9D2-451C-911A-69CC42C7D923}" type="pres">
      <dgm:prSet presAssocID="{69F0086C-03BC-4641-89D1-FD2EB9724DE9}" presName="dummy" presStyleCnt="0"/>
      <dgm:spPr/>
    </dgm:pt>
    <dgm:pt modelId="{EDF6FE82-6591-4099-913F-266A4000F0F7}" type="pres">
      <dgm:prSet presAssocID="{3B2C5F6E-8E70-48EA-A2A2-DE5BA3318447}" presName="sibTrans" presStyleLbl="sibTrans2D1" presStyleIdx="6" presStyleCnt="8"/>
      <dgm:spPr/>
    </dgm:pt>
    <dgm:pt modelId="{588F1C71-B491-40A2-B8DC-7B15937B0107}" type="pres">
      <dgm:prSet presAssocID="{DEFCAC85-1BB2-4AC1-9882-2812ECC905FD}" presName="node" presStyleLbl="node1" presStyleIdx="7" presStyleCnt="8">
        <dgm:presLayoutVars>
          <dgm:bulletEnabled val="1"/>
        </dgm:presLayoutVars>
      </dgm:prSet>
      <dgm:spPr/>
    </dgm:pt>
    <dgm:pt modelId="{4D876A26-843A-4A92-849D-942D5DC5F9A0}" type="pres">
      <dgm:prSet presAssocID="{DEFCAC85-1BB2-4AC1-9882-2812ECC905FD}" presName="dummy" presStyleCnt="0"/>
      <dgm:spPr/>
    </dgm:pt>
    <dgm:pt modelId="{B94F84F2-53AC-48FB-8433-680856F2E446}" type="pres">
      <dgm:prSet presAssocID="{3E23A93B-EDA3-432B-B4C5-3A892618EC60}" presName="sibTrans" presStyleLbl="sibTrans2D1" presStyleIdx="7" presStyleCnt="8"/>
      <dgm:spPr/>
    </dgm:pt>
  </dgm:ptLst>
  <dgm:cxnLst>
    <dgm:cxn modelId="{1A27200E-7496-47EA-9BFA-FF85EE4156BA}" srcId="{D511B7C6-AF42-435D-9FB0-CD94D195310A}" destId="{DEFCAC85-1BB2-4AC1-9882-2812ECC905FD}" srcOrd="7" destOrd="0" parTransId="{E9268675-2163-47AB-8606-4F872CDBDE63}" sibTransId="{3E23A93B-EDA3-432B-B4C5-3A892618EC60}"/>
    <dgm:cxn modelId="{DBACFE10-BB45-41A7-8BA2-359C1527AC2D}" type="presOf" srcId="{3E23A93B-EDA3-432B-B4C5-3A892618EC60}" destId="{B94F84F2-53AC-48FB-8433-680856F2E446}" srcOrd="0" destOrd="0" presId="urn:microsoft.com/office/officeart/2005/8/layout/radial6"/>
    <dgm:cxn modelId="{A56A6926-D02C-4CA1-9D6E-F33894553C65}" srcId="{D511B7C6-AF42-435D-9FB0-CD94D195310A}" destId="{E33506E3-DC2D-41F0-874B-AD73C46EB209}" srcOrd="3" destOrd="0" parTransId="{3B6A1039-FBE4-4061-958B-FC2E9D2D86A8}" sibTransId="{17B09B9D-2ED4-4716-B8CB-53C25ABFA6BB}"/>
    <dgm:cxn modelId="{F13AD729-C3B2-46A1-9FDD-F917A7F4AEDE}" type="presOf" srcId="{69F0086C-03BC-4641-89D1-FD2EB9724DE9}" destId="{9F14CA76-18DB-48A6-8F63-9664E02F8B02}" srcOrd="0" destOrd="0" presId="urn:microsoft.com/office/officeart/2005/8/layout/radial6"/>
    <dgm:cxn modelId="{EB42D62F-4F12-4FE4-A8D8-8F4E086314DB}" srcId="{D511B7C6-AF42-435D-9FB0-CD94D195310A}" destId="{E187FB3C-C389-446E-8DF2-FF8AD2AF87D0}" srcOrd="4" destOrd="0" parTransId="{088EBFB6-40E5-4D97-8941-B6635D123AF8}" sibTransId="{FF12A559-C2D0-4741-98D9-DF48A081A7F3}"/>
    <dgm:cxn modelId="{06AC4333-033C-4B17-8F8F-FD21C308EE02}" type="presOf" srcId="{DEFCAC85-1BB2-4AC1-9882-2812ECC905FD}" destId="{588F1C71-B491-40A2-B8DC-7B15937B0107}" srcOrd="0" destOrd="0" presId="urn:microsoft.com/office/officeart/2005/8/layout/radial6"/>
    <dgm:cxn modelId="{E1E86334-DFCA-47EA-953D-07FF318D969C}" type="presOf" srcId="{9AE751F3-4389-4B61-A7F3-DA7A53478E63}" destId="{F73DCBF7-7F79-47EE-8A3B-2C37255B6711}" srcOrd="0" destOrd="0" presId="urn:microsoft.com/office/officeart/2005/8/layout/radial6"/>
    <dgm:cxn modelId="{797A7134-E319-4BE5-91B3-CAFF20C54C93}" type="presOf" srcId="{E187FB3C-C389-446E-8DF2-FF8AD2AF87D0}" destId="{E06B6B21-EEAB-4B97-9165-F5FE90305DEA}" srcOrd="0" destOrd="0" presId="urn:microsoft.com/office/officeart/2005/8/layout/radial6"/>
    <dgm:cxn modelId="{46C0F03B-5977-42EB-A48B-D89BB1A8E0EB}" type="presOf" srcId="{81CC37EC-BC38-4E62-8D4B-81B5CD079AF0}" destId="{2981065C-9645-4ECE-ABAC-240EC709AD8B}" srcOrd="0" destOrd="0" presId="urn:microsoft.com/office/officeart/2005/8/layout/radial6"/>
    <dgm:cxn modelId="{08DDB25C-DE0B-4135-A144-C5C7AF76458A}" type="presOf" srcId="{D511B7C6-AF42-435D-9FB0-CD94D195310A}" destId="{B3C7D8EA-B9F7-4885-A22C-86F2E221FC52}" srcOrd="0" destOrd="0" presId="urn:microsoft.com/office/officeart/2005/8/layout/radial6"/>
    <dgm:cxn modelId="{57BD156D-94C2-49E0-8378-CC1052A857A9}" type="presOf" srcId="{3B2C5F6E-8E70-48EA-A2A2-DE5BA3318447}" destId="{EDF6FE82-6591-4099-913F-266A4000F0F7}" srcOrd="0" destOrd="0" presId="urn:microsoft.com/office/officeart/2005/8/layout/radial6"/>
    <dgm:cxn modelId="{B7449753-84C5-4256-8A5D-93E44F352674}" type="presOf" srcId="{9DC6DF2C-C084-4683-8905-4E4010055885}" destId="{AB100EEA-AD43-42B5-BAAA-92BC5162957D}" srcOrd="0" destOrd="0" presId="urn:microsoft.com/office/officeart/2005/8/layout/radial6"/>
    <dgm:cxn modelId="{6F3F1255-163B-4B6D-853F-CE959695D9B4}" srcId="{D511B7C6-AF42-435D-9FB0-CD94D195310A}" destId="{69F0086C-03BC-4641-89D1-FD2EB9724DE9}" srcOrd="6" destOrd="0" parTransId="{3D860B6D-8387-468D-AE20-F8C0C593DEA4}" sibTransId="{3B2C5F6E-8E70-48EA-A2A2-DE5BA3318447}"/>
    <dgm:cxn modelId="{DC272B81-7FCE-400F-8E07-C00028E59E6B}" srcId="{D511B7C6-AF42-435D-9FB0-CD94D195310A}" destId="{9DC6DF2C-C084-4683-8905-4E4010055885}" srcOrd="2" destOrd="0" parTransId="{01F04310-7748-4BE1-8443-2055FE1F0EB4}" sibTransId="{7D308656-5161-47F8-8B38-15D1D20E988C}"/>
    <dgm:cxn modelId="{87C88B81-3A90-4105-A283-CAD318345E95}" type="presOf" srcId="{E33506E3-DC2D-41F0-874B-AD73C46EB209}" destId="{3ADCEAC6-F9FF-4A74-9959-8737B562F125}" srcOrd="0" destOrd="0" presId="urn:microsoft.com/office/officeart/2005/8/layout/radial6"/>
    <dgm:cxn modelId="{72BB028A-A5A0-4C62-8101-2A980167D2D0}" type="presOf" srcId="{CA41287A-829B-4FBA-B1EF-3318BFB01608}" destId="{8F731BEC-008F-4AC5-825A-5EE7738838C3}" srcOrd="0" destOrd="0" presId="urn:microsoft.com/office/officeart/2005/8/layout/radial6"/>
    <dgm:cxn modelId="{9177AB8E-A6F0-49A8-AE65-3E60CD3B99F1}" type="presOf" srcId="{69739D11-8315-4E3F-8A7D-32CBA8D67047}" destId="{D80056E6-4BB9-4A6B-B9BD-9B4B2301BEFB}" srcOrd="0" destOrd="0" presId="urn:microsoft.com/office/officeart/2005/8/layout/radial6"/>
    <dgm:cxn modelId="{396E02B1-DEDB-4183-AF28-7AB2589432E6}" srcId="{D511B7C6-AF42-435D-9FB0-CD94D195310A}" destId="{CA41287A-829B-4FBA-B1EF-3318BFB01608}" srcOrd="5" destOrd="0" parTransId="{57736C64-5A5F-471A-8F8B-E008A2B841F4}" sibTransId="{81CC37EC-BC38-4E62-8D4B-81B5CD079AF0}"/>
    <dgm:cxn modelId="{E9663EC3-742E-4FBB-8F75-0DFDCE0351C4}" type="presOf" srcId="{AC1DD675-2498-4523-AE2C-CD7C518ABEE3}" destId="{B0DEEAF1-996C-49E5-852B-6A03C448D557}" srcOrd="0" destOrd="0" presId="urn:microsoft.com/office/officeart/2005/8/layout/radial6"/>
    <dgm:cxn modelId="{5ED500CB-FDCC-41AC-BA76-7B4CF6ACA693}" srcId="{D511B7C6-AF42-435D-9FB0-CD94D195310A}" destId="{9AE751F3-4389-4B61-A7F3-DA7A53478E63}" srcOrd="1" destOrd="0" parTransId="{BDA4A988-D9C5-4047-B013-D3DEA921FECD}" sibTransId="{69739D11-8315-4E3F-8A7D-32CBA8D67047}"/>
    <dgm:cxn modelId="{9B24C2CC-BB9B-4C6B-AD6E-3E3EE6C8CA25}" srcId="{B4DAD2C4-0AD2-4FCA-B11C-DE759AEE8CDE}" destId="{D511B7C6-AF42-435D-9FB0-CD94D195310A}" srcOrd="0" destOrd="0" parTransId="{2D9E3220-2D13-4142-8293-A55697B888F7}" sibTransId="{ED0ED39C-9CB4-405A-A4B4-2760092675F3}"/>
    <dgm:cxn modelId="{0E5BC8D2-6258-4049-9151-FBBFFC6D439B}" srcId="{D511B7C6-AF42-435D-9FB0-CD94D195310A}" destId="{A4834AB3-59FC-4937-8F85-2552042178ED}" srcOrd="0" destOrd="0" parTransId="{AE802292-6CFA-464D-9345-BBEC4E54CB19}" sibTransId="{AC1DD675-2498-4523-AE2C-CD7C518ABEE3}"/>
    <dgm:cxn modelId="{AC800AD6-8682-4629-A0B3-1416C680BD01}" type="presOf" srcId="{7D308656-5161-47F8-8B38-15D1D20E988C}" destId="{C8C11B23-7C36-401F-A306-5A00FFB79F94}" srcOrd="0" destOrd="0" presId="urn:microsoft.com/office/officeart/2005/8/layout/radial6"/>
    <dgm:cxn modelId="{2238BEE5-E00D-488A-A84B-4AEA95753DAA}" type="presOf" srcId="{17B09B9D-2ED4-4716-B8CB-53C25ABFA6BB}" destId="{AD1F8707-8170-4A5C-8AE8-8FACA873A718}" srcOrd="0" destOrd="0" presId="urn:microsoft.com/office/officeart/2005/8/layout/radial6"/>
    <dgm:cxn modelId="{64ECE3E8-592B-44A1-B140-FDF2D699F66F}" type="presOf" srcId="{B4DAD2C4-0AD2-4FCA-B11C-DE759AEE8CDE}" destId="{1A62F87D-A5B5-40A8-BC49-D978400B89C3}" srcOrd="0" destOrd="0" presId="urn:microsoft.com/office/officeart/2005/8/layout/radial6"/>
    <dgm:cxn modelId="{6B7CDBEC-DF52-4DAB-97BC-57C71F69E6CB}" type="presOf" srcId="{A4834AB3-59FC-4937-8F85-2552042178ED}" destId="{182E91DA-DC4E-47DB-8217-05EF7428EE56}" srcOrd="0" destOrd="0" presId="urn:microsoft.com/office/officeart/2005/8/layout/radial6"/>
    <dgm:cxn modelId="{E93341FB-8596-466B-B60B-711E2C13C6E3}" type="presOf" srcId="{FF12A559-C2D0-4741-98D9-DF48A081A7F3}" destId="{1D1A4E47-CED2-4FAE-8530-050D1C3B1E57}" srcOrd="0" destOrd="0" presId="urn:microsoft.com/office/officeart/2005/8/layout/radial6"/>
    <dgm:cxn modelId="{E65BA9DF-A2CC-4CF9-9562-9DA7C6DDA4ED}" type="presParOf" srcId="{1A62F87D-A5B5-40A8-BC49-D978400B89C3}" destId="{B3C7D8EA-B9F7-4885-A22C-86F2E221FC52}" srcOrd="0" destOrd="0" presId="urn:microsoft.com/office/officeart/2005/8/layout/radial6"/>
    <dgm:cxn modelId="{4C85A5B1-7F45-40D2-9D9C-735C2DB16F11}" type="presParOf" srcId="{1A62F87D-A5B5-40A8-BC49-D978400B89C3}" destId="{182E91DA-DC4E-47DB-8217-05EF7428EE56}" srcOrd="1" destOrd="0" presId="urn:microsoft.com/office/officeart/2005/8/layout/radial6"/>
    <dgm:cxn modelId="{B19D33A0-C045-44A5-A513-432C859B1B2F}" type="presParOf" srcId="{1A62F87D-A5B5-40A8-BC49-D978400B89C3}" destId="{BAF9E4B5-88C5-41E1-8056-E7C27D7B15C8}" srcOrd="2" destOrd="0" presId="urn:microsoft.com/office/officeart/2005/8/layout/radial6"/>
    <dgm:cxn modelId="{0D67FEF1-7190-4B9C-A09E-340751C047C0}" type="presParOf" srcId="{1A62F87D-A5B5-40A8-BC49-D978400B89C3}" destId="{B0DEEAF1-996C-49E5-852B-6A03C448D557}" srcOrd="3" destOrd="0" presId="urn:microsoft.com/office/officeart/2005/8/layout/radial6"/>
    <dgm:cxn modelId="{72BB07F9-6D4B-4219-BC40-1DD90339F6A1}" type="presParOf" srcId="{1A62F87D-A5B5-40A8-BC49-D978400B89C3}" destId="{F73DCBF7-7F79-47EE-8A3B-2C37255B6711}" srcOrd="4" destOrd="0" presId="urn:microsoft.com/office/officeart/2005/8/layout/radial6"/>
    <dgm:cxn modelId="{EF701D51-E0D2-4267-B25E-029B2DF339C6}" type="presParOf" srcId="{1A62F87D-A5B5-40A8-BC49-D978400B89C3}" destId="{30C3AD7A-1569-4C0A-A922-DFEBBB3AD40F}" srcOrd="5" destOrd="0" presId="urn:microsoft.com/office/officeart/2005/8/layout/radial6"/>
    <dgm:cxn modelId="{D0A9DA54-04C3-4E1A-94C3-FE9A4245A316}" type="presParOf" srcId="{1A62F87D-A5B5-40A8-BC49-D978400B89C3}" destId="{D80056E6-4BB9-4A6B-B9BD-9B4B2301BEFB}" srcOrd="6" destOrd="0" presId="urn:microsoft.com/office/officeart/2005/8/layout/radial6"/>
    <dgm:cxn modelId="{C7AD52F2-07CF-4AF6-8959-8EDEF594142B}" type="presParOf" srcId="{1A62F87D-A5B5-40A8-BC49-D978400B89C3}" destId="{AB100EEA-AD43-42B5-BAAA-92BC5162957D}" srcOrd="7" destOrd="0" presId="urn:microsoft.com/office/officeart/2005/8/layout/radial6"/>
    <dgm:cxn modelId="{C485813A-329E-45B6-B48E-50CDD89823FF}" type="presParOf" srcId="{1A62F87D-A5B5-40A8-BC49-D978400B89C3}" destId="{D5A996A7-C5B6-444C-ABED-E2D484F34ED8}" srcOrd="8" destOrd="0" presId="urn:microsoft.com/office/officeart/2005/8/layout/radial6"/>
    <dgm:cxn modelId="{05EC3729-5D19-469E-B844-3AF851A516DE}" type="presParOf" srcId="{1A62F87D-A5B5-40A8-BC49-D978400B89C3}" destId="{C8C11B23-7C36-401F-A306-5A00FFB79F94}" srcOrd="9" destOrd="0" presId="urn:microsoft.com/office/officeart/2005/8/layout/radial6"/>
    <dgm:cxn modelId="{ECFA3001-2470-47D3-A0DC-1BD229AD143C}" type="presParOf" srcId="{1A62F87D-A5B5-40A8-BC49-D978400B89C3}" destId="{3ADCEAC6-F9FF-4A74-9959-8737B562F125}" srcOrd="10" destOrd="0" presId="urn:microsoft.com/office/officeart/2005/8/layout/radial6"/>
    <dgm:cxn modelId="{00FD2A9E-A00F-4DDA-BA53-17AB32AB9ED0}" type="presParOf" srcId="{1A62F87D-A5B5-40A8-BC49-D978400B89C3}" destId="{FC7283A9-23FB-4356-9DCE-D89C64332CE1}" srcOrd="11" destOrd="0" presId="urn:microsoft.com/office/officeart/2005/8/layout/radial6"/>
    <dgm:cxn modelId="{370E6509-C507-43F3-9C45-06C5D7D37162}" type="presParOf" srcId="{1A62F87D-A5B5-40A8-BC49-D978400B89C3}" destId="{AD1F8707-8170-4A5C-8AE8-8FACA873A718}" srcOrd="12" destOrd="0" presId="urn:microsoft.com/office/officeart/2005/8/layout/radial6"/>
    <dgm:cxn modelId="{A1728F8F-4EE2-4E83-A6C7-0D1FAB377EA2}" type="presParOf" srcId="{1A62F87D-A5B5-40A8-BC49-D978400B89C3}" destId="{E06B6B21-EEAB-4B97-9165-F5FE90305DEA}" srcOrd="13" destOrd="0" presId="urn:microsoft.com/office/officeart/2005/8/layout/radial6"/>
    <dgm:cxn modelId="{5D0A5E1D-76ED-48DB-834B-6824584AF894}" type="presParOf" srcId="{1A62F87D-A5B5-40A8-BC49-D978400B89C3}" destId="{6067D6D4-5539-4A9A-B7A0-71B79A053B17}" srcOrd="14" destOrd="0" presId="urn:microsoft.com/office/officeart/2005/8/layout/radial6"/>
    <dgm:cxn modelId="{69C4F88D-9633-4EE2-93B6-F2A792B4D9B9}" type="presParOf" srcId="{1A62F87D-A5B5-40A8-BC49-D978400B89C3}" destId="{1D1A4E47-CED2-4FAE-8530-050D1C3B1E57}" srcOrd="15" destOrd="0" presId="urn:microsoft.com/office/officeart/2005/8/layout/radial6"/>
    <dgm:cxn modelId="{3C91F1FC-90F2-412D-B137-60C5E1B5E3A6}" type="presParOf" srcId="{1A62F87D-A5B5-40A8-BC49-D978400B89C3}" destId="{8F731BEC-008F-4AC5-825A-5EE7738838C3}" srcOrd="16" destOrd="0" presId="urn:microsoft.com/office/officeart/2005/8/layout/radial6"/>
    <dgm:cxn modelId="{57871218-DDE2-4B7F-84B1-CA2FF3E0646C}" type="presParOf" srcId="{1A62F87D-A5B5-40A8-BC49-D978400B89C3}" destId="{24584DB2-CA5F-4D17-8572-F42426CDA783}" srcOrd="17" destOrd="0" presId="urn:microsoft.com/office/officeart/2005/8/layout/radial6"/>
    <dgm:cxn modelId="{5272A2F7-DEEF-48EF-9297-71334A1206D3}" type="presParOf" srcId="{1A62F87D-A5B5-40A8-BC49-D978400B89C3}" destId="{2981065C-9645-4ECE-ABAC-240EC709AD8B}" srcOrd="18" destOrd="0" presId="urn:microsoft.com/office/officeart/2005/8/layout/radial6"/>
    <dgm:cxn modelId="{981D6C81-905F-46C3-B2DD-709E7437939E}" type="presParOf" srcId="{1A62F87D-A5B5-40A8-BC49-D978400B89C3}" destId="{9F14CA76-18DB-48A6-8F63-9664E02F8B02}" srcOrd="19" destOrd="0" presId="urn:microsoft.com/office/officeart/2005/8/layout/radial6"/>
    <dgm:cxn modelId="{A83EF778-DBB8-4FA6-A2A0-C6E8992A13DC}" type="presParOf" srcId="{1A62F87D-A5B5-40A8-BC49-D978400B89C3}" destId="{DA8F60F9-B9D2-451C-911A-69CC42C7D923}" srcOrd="20" destOrd="0" presId="urn:microsoft.com/office/officeart/2005/8/layout/radial6"/>
    <dgm:cxn modelId="{3AF24A88-119B-4A0A-BB30-D6D945106DC1}" type="presParOf" srcId="{1A62F87D-A5B5-40A8-BC49-D978400B89C3}" destId="{EDF6FE82-6591-4099-913F-266A4000F0F7}" srcOrd="21" destOrd="0" presId="urn:microsoft.com/office/officeart/2005/8/layout/radial6"/>
    <dgm:cxn modelId="{E2A902B5-BB33-4F92-86B6-2C11375BC8EA}" type="presParOf" srcId="{1A62F87D-A5B5-40A8-BC49-D978400B89C3}" destId="{588F1C71-B491-40A2-B8DC-7B15937B0107}" srcOrd="22" destOrd="0" presId="urn:microsoft.com/office/officeart/2005/8/layout/radial6"/>
    <dgm:cxn modelId="{CD427329-258A-446B-9781-593E134D8F1D}" type="presParOf" srcId="{1A62F87D-A5B5-40A8-BC49-D978400B89C3}" destId="{4D876A26-843A-4A92-849D-942D5DC5F9A0}" srcOrd="23" destOrd="0" presId="urn:microsoft.com/office/officeart/2005/8/layout/radial6"/>
    <dgm:cxn modelId="{B9F1E18A-B84A-439E-9E8F-9B3F35AC555E}" type="presParOf" srcId="{1A62F87D-A5B5-40A8-BC49-D978400B89C3}" destId="{B94F84F2-53AC-48FB-8433-680856F2E446}" srcOrd="24"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2A6078-C6E8-42EA-A4D3-E7C14D23FE9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6C860BA-62F1-419C-8CAB-85DCE13F8DE0}">
      <dgm:prSet phldrT="[Text]" custT="1"/>
      <dgm:spPr/>
      <dgm:t>
        <a:bodyPr/>
        <a:lstStyle/>
        <a:p>
          <a:r>
            <a:rPr lang="en-US" sz="2800" dirty="0"/>
            <a:t>Azure</a:t>
          </a:r>
        </a:p>
      </dgm:t>
    </dgm:pt>
    <dgm:pt modelId="{28A6C69C-D78E-4A51-9084-4029F2B20678}" type="parTrans" cxnId="{343F2CCE-C830-435B-9ADE-4ABFCEAAA741}">
      <dgm:prSet/>
      <dgm:spPr/>
      <dgm:t>
        <a:bodyPr/>
        <a:lstStyle/>
        <a:p>
          <a:endParaRPr lang="en-US"/>
        </a:p>
      </dgm:t>
    </dgm:pt>
    <dgm:pt modelId="{A79E07BD-5218-412C-8835-0A179E9A96D0}" type="sibTrans" cxnId="{343F2CCE-C830-435B-9ADE-4ABFCEAAA741}">
      <dgm:prSet/>
      <dgm:spPr/>
      <dgm:t>
        <a:bodyPr/>
        <a:lstStyle/>
        <a:p>
          <a:endParaRPr lang="en-US"/>
        </a:p>
      </dgm:t>
    </dgm:pt>
    <dgm:pt modelId="{D97D2511-5AE1-41E2-9CC5-D747B5171492}">
      <dgm:prSet phldrT="[Text]"/>
      <dgm:spPr/>
      <dgm:t>
        <a:bodyPr/>
        <a:lstStyle/>
        <a:p>
          <a:r>
            <a:rPr lang="en-US" dirty="0"/>
            <a:t>Unified azure portal+ unified billing</a:t>
          </a:r>
        </a:p>
      </dgm:t>
    </dgm:pt>
    <dgm:pt modelId="{3C8FCC9D-8584-45E5-A534-2CF3B2933D8D}" type="parTrans" cxnId="{DF9FD74B-E971-4F7D-AF69-238964ABD275}">
      <dgm:prSet/>
      <dgm:spPr/>
      <dgm:t>
        <a:bodyPr/>
        <a:lstStyle/>
        <a:p>
          <a:endParaRPr lang="en-US"/>
        </a:p>
      </dgm:t>
    </dgm:pt>
    <dgm:pt modelId="{A310AEFC-5812-477C-8351-4A2539B3AF67}" type="sibTrans" cxnId="{DF9FD74B-E971-4F7D-AF69-238964ABD275}">
      <dgm:prSet/>
      <dgm:spPr/>
      <dgm:t>
        <a:bodyPr/>
        <a:lstStyle/>
        <a:p>
          <a:endParaRPr lang="en-US"/>
        </a:p>
      </dgm:t>
    </dgm:pt>
    <dgm:pt modelId="{B854DD14-12E0-46D9-A8F5-B86F1E571CD6}">
      <dgm:prSet phldrT="[Text]"/>
      <dgm:spPr/>
      <dgm:t>
        <a:bodyPr/>
        <a:lstStyle/>
        <a:p>
          <a:r>
            <a:rPr lang="en-US" dirty="0"/>
            <a:t>Azure Active directory</a:t>
          </a:r>
        </a:p>
      </dgm:t>
    </dgm:pt>
    <dgm:pt modelId="{DD42F769-DEED-4312-83C5-BF6E2BD61697}" type="parTrans" cxnId="{73148EB1-792F-4F83-91E4-4F7C63FB4ED5}">
      <dgm:prSet/>
      <dgm:spPr/>
      <dgm:t>
        <a:bodyPr/>
        <a:lstStyle/>
        <a:p>
          <a:endParaRPr lang="en-US"/>
        </a:p>
      </dgm:t>
    </dgm:pt>
    <dgm:pt modelId="{3A6F1095-7FED-49E6-962C-5A583966BA12}" type="sibTrans" cxnId="{73148EB1-792F-4F83-91E4-4F7C63FB4ED5}">
      <dgm:prSet/>
      <dgm:spPr/>
      <dgm:t>
        <a:bodyPr/>
        <a:lstStyle/>
        <a:p>
          <a:endParaRPr lang="en-US"/>
        </a:p>
      </dgm:t>
    </dgm:pt>
    <dgm:pt modelId="{D33CD947-29F8-4F20-B0C5-3B6E8B56A844}">
      <dgm:prSet phldrT="[Text]"/>
      <dgm:spPr/>
      <dgm:t>
        <a:bodyPr/>
        <a:lstStyle/>
        <a:p>
          <a:r>
            <a:rPr lang="en-US" dirty="0"/>
            <a:t>Azure DevOps</a:t>
          </a:r>
        </a:p>
      </dgm:t>
    </dgm:pt>
    <dgm:pt modelId="{EEB5D1F7-E478-4D18-82BB-57C2A0FCB029}" type="parTrans" cxnId="{EE05B39C-1065-4465-90FE-6BD081A13265}">
      <dgm:prSet/>
      <dgm:spPr/>
      <dgm:t>
        <a:bodyPr/>
        <a:lstStyle/>
        <a:p>
          <a:endParaRPr lang="en-US"/>
        </a:p>
      </dgm:t>
    </dgm:pt>
    <dgm:pt modelId="{54487210-9B64-44EB-B5A2-AD884A6C2FFA}" type="sibTrans" cxnId="{EE05B39C-1065-4465-90FE-6BD081A13265}">
      <dgm:prSet/>
      <dgm:spPr/>
      <dgm:t>
        <a:bodyPr/>
        <a:lstStyle/>
        <a:p>
          <a:endParaRPr lang="en-US"/>
        </a:p>
      </dgm:t>
    </dgm:pt>
    <dgm:pt modelId="{E3089258-E5EF-418D-9A3F-36AA3D45B884}">
      <dgm:prSet phldrT="[Text]"/>
      <dgm:spPr/>
      <dgm:t>
        <a:bodyPr/>
        <a:lstStyle/>
        <a:p>
          <a:r>
            <a:rPr lang="en-US" dirty="0"/>
            <a:t>Azure Data Factory</a:t>
          </a:r>
        </a:p>
      </dgm:t>
    </dgm:pt>
    <dgm:pt modelId="{9EB4C9B5-6A28-44AD-90B4-4EE6621D099F}" type="parTrans" cxnId="{41B50E64-6299-4443-AB10-EFD934D4C821}">
      <dgm:prSet/>
      <dgm:spPr/>
      <dgm:t>
        <a:bodyPr/>
        <a:lstStyle/>
        <a:p>
          <a:endParaRPr lang="en-US"/>
        </a:p>
      </dgm:t>
    </dgm:pt>
    <dgm:pt modelId="{696CDA8E-F8E7-4631-9BB6-1A70CB3072FE}" type="sibTrans" cxnId="{41B50E64-6299-4443-AB10-EFD934D4C821}">
      <dgm:prSet/>
      <dgm:spPr/>
      <dgm:t>
        <a:bodyPr/>
        <a:lstStyle/>
        <a:p>
          <a:endParaRPr lang="en-US"/>
        </a:p>
      </dgm:t>
    </dgm:pt>
    <dgm:pt modelId="{AA0603FE-87E3-4C5E-B2AE-1CDCAC58E40D}">
      <dgm:prSet phldrT="[Text]"/>
      <dgm:spPr/>
      <dgm:t>
        <a:bodyPr/>
        <a:lstStyle/>
        <a:p>
          <a:r>
            <a:rPr lang="en-US" dirty="0"/>
            <a:t>Azure ML</a:t>
          </a:r>
        </a:p>
      </dgm:t>
    </dgm:pt>
    <dgm:pt modelId="{DD8C4D6F-4072-4D56-BCCF-C6E47714930E}" type="parTrans" cxnId="{D6FDE109-C399-4168-8EDA-0DFC3A1D5814}">
      <dgm:prSet/>
      <dgm:spPr/>
      <dgm:t>
        <a:bodyPr/>
        <a:lstStyle/>
        <a:p>
          <a:endParaRPr lang="en-US"/>
        </a:p>
      </dgm:t>
    </dgm:pt>
    <dgm:pt modelId="{9245F9DB-3B02-4C46-B781-B9D0B5A726C9}" type="sibTrans" cxnId="{D6FDE109-C399-4168-8EDA-0DFC3A1D5814}">
      <dgm:prSet/>
      <dgm:spPr/>
      <dgm:t>
        <a:bodyPr/>
        <a:lstStyle/>
        <a:p>
          <a:endParaRPr lang="en-US"/>
        </a:p>
      </dgm:t>
    </dgm:pt>
    <dgm:pt modelId="{7860B658-F678-43D2-9CD3-18EE34C7A63B}">
      <dgm:prSet phldrT="[Text]"/>
      <dgm:spPr/>
      <dgm:t>
        <a:bodyPr/>
        <a:lstStyle/>
        <a:p>
          <a:r>
            <a:rPr lang="en-US" dirty="0"/>
            <a:t>Power BI</a:t>
          </a:r>
        </a:p>
      </dgm:t>
    </dgm:pt>
    <dgm:pt modelId="{5B3B56B9-B5AB-4CEA-92CB-D00E02CCDDE8}" type="parTrans" cxnId="{26576BC4-0ADF-4E7C-8B36-6D6595F793DB}">
      <dgm:prSet/>
      <dgm:spPr/>
      <dgm:t>
        <a:bodyPr/>
        <a:lstStyle/>
        <a:p>
          <a:endParaRPr lang="en-US"/>
        </a:p>
      </dgm:t>
    </dgm:pt>
    <dgm:pt modelId="{1D7B7613-29DA-4B95-B685-CE4C37F7273F}" type="sibTrans" cxnId="{26576BC4-0ADF-4E7C-8B36-6D6595F793DB}">
      <dgm:prSet/>
      <dgm:spPr/>
      <dgm:t>
        <a:bodyPr/>
        <a:lstStyle/>
        <a:p>
          <a:endParaRPr lang="en-US"/>
        </a:p>
      </dgm:t>
    </dgm:pt>
    <dgm:pt modelId="{D3458E0B-E459-45AB-A83E-C37D087A6B73}">
      <dgm:prSet phldrT="[Text]"/>
      <dgm:spPr/>
      <dgm:t>
        <a:bodyPr/>
        <a:lstStyle/>
        <a:p>
          <a:r>
            <a:rPr lang="en-US" dirty="0"/>
            <a:t>Messaging Services</a:t>
          </a:r>
        </a:p>
      </dgm:t>
    </dgm:pt>
    <dgm:pt modelId="{8351EAC8-6C70-4663-8515-C814EAAC14AF}" type="parTrans" cxnId="{BAD19544-5FDB-4C38-A996-5DF54411F6EC}">
      <dgm:prSet/>
      <dgm:spPr/>
      <dgm:t>
        <a:bodyPr/>
        <a:lstStyle/>
        <a:p>
          <a:endParaRPr lang="en-US"/>
        </a:p>
      </dgm:t>
    </dgm:pt>
    <dgm:pt modelId="{4F5D5206-F9CE-4529-9F4A-E4BDD23F251F}" type="sibTrans" cxnId="{BAD19544-5FDB-4C38-A996-5DF54411F6EC}">
      <dgm:prSet/>
      <dgm:spPr/>
      <dgm:t>
        <a:bodyPr/>
        <a:lstStyle/>
        <a:p>
          <a:endParaRPr lang="en-US"/>
        </a:p>
      </dgm:t>
    </dgm:pt>
    <dgm:pt modelId="{CB757593-0AAB-4081-AA4B-5DFD84AAA336}">
      <dgm:prSet phldrT="[Text]"/>
      <dgm:spPr/>
      <dgm:t>
        <a:bodyPr/>
        <a:lstStyle/>
        <a:p>
          <a:r>
            <a:rPr lang="en-US" dirty="0"/>
            <a:t>Data Services</a:t>
          </a:r>
        </a:p>
      </dgm:t>
    </dgm:pt>
    <dgm:pt modelId="{C7CF7371-2AEC-4725-9C1A-440AC9513D3D}" type="parTrans" cxnId="{EF5704D6-1C4D-43C5-807B-136712CCEA95}">
      <dgm:prSet/>
      <dgm:spPr/>
      <dgm:t>
        <a:bodyPr/>
        <a:lstStyle/>
        <a:p>
          <a:endParaRPr lang="en-US"/>
        </a:p>
      </dgm:t>
    </dgm:pt>
    <dgm:pt modelId="{B7FFD809-C0E2-4F70-8462-23EA03F40AC7}" type="sibTrans" cxnId="{EF5704D6-1C4D-43C5-807B-136712CCEA95}">
      <dgm:prSet/>
      <dgm:spPr/>
      <dgm:t>
        <a:bodyPr/>
        <a:lstStyle/>
        <a:p>
          <a:endParaRPr lang="en-US"/>
        </a:p>
      </dgm:t>
    </dgm:pt>
    <dgm:pt modelId="{0C2D2D03-8286-45B8-B937-F92B3C72CF9B}" type="pres">
      <dgm:prSet presAssocID="{FC2A6078-C6E8-42EA-A4D3-E7C14D23FE93}" presName="vert0" presStyleCnt="0">
        <dgm:presLayoutVars>
          <dgm:dir/>
          <dgm:animOne val="branch"/>
          <dgm:animLvl val="lvl"/>
        </dgm:presLayoutVars>
      </dgm:prSet>
      <dgm:spPr/>
    </dgm:pt>
    <dgm:pt modelId="{AAD6FE84-661E-45A3-BF2A-B747EBA0844E}" type="pres">
      <dgm:prSet presAssocID="{16C860BA-62F1-419C-8CAB-85DCE13F8DE0}" presName="thickLine" presStyleLbl="alignNode1" presStyleIdx="0" presStyleCnt="1"/>
      <dgm:spPr/>
    </dgm:pt>
    <dgm:pt modelId="{318D2712-9EA9-45EB-9A0D-46C52B99E71D}" type="pres">
      <dgm:prSet presAssocID="{16C860BA-62F1-419C-8CAB-85DCE13F8DE0}" presName="horz1" presStyleCnt="0"/>
      <dgm:spPr/>
    </dgm:pt>
    <dgm:pt modelId="{F5CD3D4D-5328-4A54-864F-652280C2E049}" type="pres">
      <dgm:prSet presAssocID="{16C860BA-62F1-419C-8CAB-85DCE13F8DE0}" presName="tx1" presStyleLbl="revTx" presStyleIdx="0" presStyleCnt="9"/>
      <dgm:spPr/>
    </dgm:pt>
    <dgm:pt modelId="{E547696E-9797-4AEA-9B20-6A00641F44A8}" type="pres">
      <dgm:prSet presAssocID="{16C860BA-62F1-419C-8CAB-85DCE13F8DE0}" presName="vert1" presStyleCnt="0"/>
      <dgm:spPr/>
    </dgm:pt>
    <dgm:pt modelId="{E4B96456-7F53-4778-8FDE-A0FB6F51BC41}" type="pres">
      <dgm:prSet presAssocID="{D97D2511-5AE1-41E2-9CC5-D747B5171492}" presName="vertSpace2a" presStyleCnt="0"/>
      <dgm:spPr/>
    </dgm:pt>
    <dgm:pt modelId="{E28D2380-BB38-4087-9DFE-22D778298C41}" type="pres">
      <dgm:prSet presAssocID="{D97D2511-5AE1-41E2-9CC5-D747B5171492}" presName="horz2" presStyleCnt="0"/>
      <dgm:spPr/>
    </dgm:pt>
    <dgm:pt modelId="{E43BF7BC-89C4-4F7B-A55F-4824AA322AA3}" type="pres">
      <dgm:prSet presAssocID="{D97D2511-5AE1-41E2-9CC5-D747B5171492}" presName="horzSpace2" presStyleCnt="0"/>
      <dgm:spPr/>
    </dgm:pt>
    <dgm:pt modelId="{24351E6B-FEF4-4B9B-ACC4-30237D039C88}" type="pres">
      <dgm:prSet presAssocID="{D97D2511-5AE1-41E2-9CC5-D747B5171492}" presName="tx2" presStyleLbl="revTx" presStyleIdx="1" presStyleCnt="9"/>
      <dgm:spPr/>
    </dgm:pt>
    <dgm:pt modelId="{4E36420C-75AE-4774-A342-66ED6CFA80CF}" type="pres">
      <dgm:prSet presAssocID="{D97D2511-5AE1-41E2-9CC5-D747B5171492}" presName="vert2" presStyleCnt="0"/>
      <dgm:spPr/>
    </dgm:pt>
    <dgm:pt modelId="{80E4E93D-A39E-49B5-AD84-AC50F59C8B38}" type="pres">
      <dgm:prSet presAssocID="{D97D2511-5AE1-41E2-9CC5-D747B5171492}" presName="thinLine2b" presStyleLbl="callout" presStyleIdx="0" presStyleCnt="8"/>
      <dgm:spPr/>
    </dgm:pt>
    <dgm:pt modelId="{EF8C71D4-DDA4-499E-9E12-40721A73D890}" type="pres">
      <dgm:prSet presAssocID="{D97D2511-5AE1-41E2-9CC5-D747B5171492}" presName="vertSpace2b" presStyleCnt="0"/>
      <dgm:spPr/>
    </dgm:pt>
    <dgm:pt modelId="{7731D755-C915-4423-ACA4-5721563B9792}" type="pres">
      <dgm:prSet presAssocID="{B854DD14-12E0-46D9-A8F5-B86F1E571CD6}" presName="horz2" presStyleCnt="0"/>
      <dgm:spPr/>
    </dgm:pt>
    <dgm:pt modelId="{8FCCC139-C16F-4FCC-913A-3A6A113B08BA}" type="pres">
      <dgm:prSet presAssocID="{B854DD14-12E0-46D9-A8F5-B86F1E571CD6}" presName="horzSpace2" presStyleCnt="0"/>
      <dgm:spPr/>
    </dgm:pt>
    <dgm:pt modelId="{ECE735AC-0C47-41C5-8CF1-C04E01710636}" type="pres">
      <dgm:prSet presAssocID="{B854DD14-12E0-46D9-A8F5-B86F1E571CD6}" presName="tx2" presStyleLbl="revTx" presStyleIdx="2" presStyleCnt="9"/>
      <dgm:spPr/>
    </dgm:pt>
    <dgm:pt modelId="{7D0D487D-E3BA-4671-98A6-269314F2A6F7}" type="pres">
      <dgm:prSet presAssocID="{B854DD14-12E0-46D9-A8F5-B86F1E571CD6}" presName="vert2" presStyleCnt="0"/>
      <dgm:spPr/>
    </dgm:pt>
    <dgm:pt modelId="{0D17350A-9057-4526-8490-6A57A8D39E95}" type="pres">
      <dgm:prSet presAssocID="{B854DD14-12E0-46D9-A8F5-B86F1E571CD6}" presName="thinLine2b" presStyleLbl="callout" presStyleIdx="1" presStyleCnt="8"/>
      <dgm:spPr/>
    </dgm:pt>
    <dgm:pt modelId="{F452D341-594B-4351-82E4-F9985F8C7090}" type="pres">
      <dgm:prSet presAssocID="{B854DD14-12E0-46D9-A8F5-B86F1E571CD6}" presName="vertSpace2b" presStyleCnt="0"/>
      <dgm:spPr/>
    </dgm:pt>
    <dgm:pt modelId="{D48045BF-BAA6-411F-8EBB-DE31E69DE2CE}" type="pres">
      <dgm:prSet presAssocID="{D33CD947-29F8-4F20-B0C5-3B6E8B56A844}" presName="horz2" presStyleCnt="0"/>
      <dgm:spPr/>
    </dgm:pt>
    <dgm:pt modelId="{16C6D473-04C9-426C-B409-71A55413F885}" type="pres">
      <dgm:prSet presAssocID="{D33CD947-29F8-4F20-B0C5-3B6E8B56A844}" presName="horzSpace2" presStyleCnt="0"/>
      <dgm:spPr/>
    </dgm:pt>
    <dgm:pt modelId="{D5CEAE3D-D04B-454D-B1F0-637B9D1CCF05}" type="pres">
      <dgm:prSet presAssocID="{D33CD947-29F8-4F20-B0C5-3B6E8B56A844}" presName="tx2" presStyleLbl="revTx" presStyleIdx="3" presStyleCnt="9"/>
      <dgm:spPr/>
    </dgm:pt>
    <dgm:pt modelId="{1DB9AF91-8A32-4806-8B87-136DE12030E0}" type="pres">
      <dgm:prSet presAssocID="{D33CD947-29F8-4F20-B0C5-3B6E8B56A844}" presName="vert2" presStyleCnt="0"/>
      <dgm:spPr/>
    </dgm:pt>
    <dgm:pt modelId="{DB9ADBDA-2B18-4775-B6E1-934989FF8AA9}" type="pres">
      <dgm:prSet presAssocID="{D33CD947-29F8-4F20-B0C5-3B6E8B56A844}" presName="thinLine2b" presStyleLbl="callout" presStyleIdx="2" presStyleCnt="8"/>
      <dgm:spPr/>
    </dgm:pt>
    <dgm:pt modelId="{362F68E6-3393-4A51-891C-FD461B89ED8A}" type="pres">
      <dgm:prSet presAssocID="{D33CD947-29F8-4F20-B0C5-3B6E8B56A844}" presName="vertSpace2b" presStyleCnt="0"/>
      <dgm:spPr/>
    </dgm:pt>
    <dgm:pt modelId="{F03F07D4-B2F6-45E7-B598-6D609399C714}" type="pres">
      <dgm:prSet presAssocID="{E3089258-E5EF-418D-9A3F-36AA3D45B884}" presName="horz2" presStyleCnt="0"/>
      <dgm:spPr/>
    </dgm:pt>
    <dgm:pt modelId="{6B865ABD-5D06-49E1-A1E0-739FA3318C17}" type="pres">
      <dgm:prSet presAssocID="{E3089258-E5EF-418D-9A3F-36AA3D45B884}" presName="horzSpace2" presStyleCnt="0"/>
      <dgm:spPr/>
    </dgm:pt>
    <dgm:pt modelId="{221CD334-9D70-47FA-BB86-6197F283809D}" type="pres">
      <dgm:prSet presAssocID="{E3089258-E5EF-418D-9A3F-36AA3D45B884}" presName="tx2" presStyleLbl="revTx" presStyleIdx="4" presStyleCnt="9"/>
      <dgm:spPr/>
    </dgm:pt>
    <dgm:pt modelId="{680D3059-CD44-459D-A279-517C20C4E34B}" type="pres">
      <dgm:prSet presAssocID="{E3089258-E5EF-418D-9A3F-36AA3D45B884}" presName="vert2" presStyleCnt="0"/>
      <dgm:spPr/>
    </dgm:pt>
    <dgm:pt modelId="{3C8017E6-CE1D-463A-B329-9393C122C8FD}" type="pres">
      <dgm:prSet presAssocID="{E3089258-E5EF-418D-9A3F-36AA3D45B884}" presName="thinLine2b" presStyleLbl="callout" presStyleIdx="3" presStyleCnt="8"/>
      <dgm:spPr/>
    </dgm:pt>
    <dgm:pt modelId="{46A67C41-6333-44E8-9A6C-226D80316117}" type="pres">
      <dgm:prSet presAssocID="{E3089258-E5EF-418D-9A3F-36AA3D45B884}" presName="vertSpace2b" presStyleCnt="0"/>
      <dgm:spPr/>
    </dgm:pt>
    <dgm:pt modelId="{08D4BF3B-E252-4FF5-BDC8-715DD19FEBB1}" type="pres">
      <dgm:prSet presAssocID="{AA0603FE-87E3-4C5E-B2AE-1CDCAC58E40D}" presName="horz2" presStyleCnt="0"/>
      <dgm:spPr/>
    </dgm:pt>
    <dgm:pt modelId="{60DEA141-964A-46EE-A491-0ACBC7C419AC}" type="pres">
      <dgm:prSet presAssocID="{AA0603FE-87E3-4C5E-B2AE-1CDCAC58E40D}" presName="horzSpace2" presStyleCnt="0"/>
      <dgm:spPr/>
    </dgm:pt>
    <dgm:pt modelId="{3F2D86BF-5577-49D3-8899-223843E11539}" type="pres">
      <dgm:prSet presAssocID="{AA0603FE-87E3-4C5E-B2AE-1CDCAC58E40D}" presName="tx2" presStyleLbl="revTx" presStyleIdx="5" presStyleCnt="9"/>
      <dgm:spPr/>
    </dgm:pt>
    <dgm:pt modelId="{E12F1C18-127A-4EA2-A4A8-773C9C6C180E}" type="pres">
      <dgm:prSet presAssocID="{AA0603FE-87E3-4C5E-B2AE-1CDCAC58E40D}" presName="vert2" presStyleCnt="0"/>
      <dgm:spPr/>
    </dgm:pt>
    <dgm:pt modelId="{5C61253A-E38A-412E-9056-EAF04D7053D6}" type="pres">
      <dgm:prSet presAssocID="{AA0603FE-87E3-4C5E-B2AE-1CDCAC58E40D}" presName="thinLine2b" presStyleLbl="callout" presStyleIdx="4" presStyleCnt="8"/>
      <dgm:spPr/>
    </dgm:pt>
    <dgm:pt modelId="{FA21FFE0-A81C-42CD-9D27-7D4DD37E7C4E}" type="pres">
      <dgm:prSet presAssocID="{AA0603FE-87E3-4C5E-B2AE-1CDCAC58E40D}" presName="vertSpace2b" presStyleCnt="0"/>
      <dgm:spPr/>
    </dgm:pt>
    <dgm:pt modelId="{C61309FC-0517-466D-80B4-922FAEDCCE8A}" type="pres">
      <dgm:prSet presAssocID="{7860B658-F678-43D2-9CD3-18EE34C7A63B}" presName="horz2" presStyleCnt="0"/>
      <dgm:spPr/>
    </dgm:pt>
    <dgm:pt modelId="{A0AB76FC-B844-462B-BE8B-83C413319BC1}" type="pres">
      <dgm:prSet presAssocID="{7860B658-F678-43D2-9CD3-18EE34C7A63B}" presName="horzSpace2" presStyleCnt="0"/>
      <dgm:spPr/>
    </dgm:pt>
    <dgm:pt modelId="{E9995332-12AC-49B8-AE3C-3D0F96F13213}" type="pres">
      <dgm:prSet presAssocID="{7860B658-F678-43D2-9CD3-18EE34C7A63B}" presName="tx2" presStyleLbl="revTx" presStyleIdx="6" presStyleCnt="9"/>
      <dgm:spPr/>
    </dgm:pt>
    <dgm:pt modelId="{2DA09D6C-A33A-481F-BC05-2121B6DF3228}" type="pres">
      <dgm:prSet presAssocID="{7860B658-F678-43D2-9CD3-18EE34C7A63B}" presName="vert2" presStyleCnt="0"/>
      <dgm:spPr/>
    </dgm:pt>
    <dgm:pt modelId="{354C51BB-F079-4157-8E17-0C18EF7DDC1B}" type="pres">
      <dgm:prSet presAssocID="{7860B658-F678-43D2-9CD3-18EE34C7A63B}" presName="thinLine2b" presStyleLbl="callout" presStyleIdx="5" presStyleCnt="8"/>
      <dgm:spPr/>
    </dgm:pt>
    <dgm:pt modelId="{CF2A46EF-8EEE-4B1C-B7C3-EDDD07CB4C13}" type="pres">
      <dgm:prSet presAssocID="{7860B658-F678-43D2-9CD3-18EE34C7A63B}" presName="vertSpace2b" presStyleCnt="0"/>
      <dgm:spPr/>
    </dgm:pt>
    <dgm:pt modelId="{D24D6B44-690F-4A82-BEBA-E654E48CB1D1}" type="pres">
      <dgm:prSet presAssocID="{D3458E0B-E459-45AB-A83E-C37D087A6B73}" presName="horz2" presStyleCnt="0"/>
      <dgm:spPr/>
    </dgm:pt>
    <dgm:pt modelId="{0A92A6B0-531B-4029-9F08-7529E92D610D}" type="pres">
      <dgm:prSet presAssocID="{D3458E0B-E459-45AB-A83E-C37D087A6B73}" presName="horzSpace2" presStyleCnt="0"/>
      <dgm:spPr/>
    </dgm:pt>
    <dgm:pt modelId="{7095EC50-225B-4951-8E5C-7A4E05D4FA1A}" type="pres">
      <dgm:prSet presAssocID="{D3458E0B-E459-45AB-A83E-C37D087A6B73}" presName="tx2" presStyleLbl="revTx" presStyleIdx="7" presStyleCnt="9"/>
      <dgm:spPr/>
    </dgm:pt>
    <dgm:pt modelId="{75036FAD-B045-456B-97EB-D0481848A084}" type="pres">
      <dgm:prSet presAssocID="{D3458E0B-E459-45AB-A83E-C37D087A6B73}" presName="vert2" presStyleCnt="0"/>
      <dgm:spPr/>
    </dgm:pt>
    <dgm:pt modelId="{7457769D-D17F-476B-A4D0-5A3B4DFC13AA}" type="pres">
      <dgm:prSet presAssocID="{D3458E0B-E459-45AB-A83E-C37D087A6B73}" presName="thinLine2b" presStyleLbl="callout" presStyleIdx="6" presStyleCnt="8"/>
      <dgm:spPr/>
    </dgm:pt>
    <dgm:pt modelId="{644F2989-0E0B-42BC-8043-1CC27FE40EE2}" type="pres">
      <dgm:prSet presAssocID="{D3458E0B-E459-45AB-A83E-C37D087A6B73}" presName="vertSpace2b" presStyleCnt="0"/>
      <dgm:spPr/>
    </dgm:pt>
    <dgm:pt modelId="{1F8EBF88-9DC3-4A16-AC45-370BD485445C}" type="pres">
      <dgm:prSet presAssocID="{CB757593-0AAB-4081-AA4B-5DFD84AAA336}" presName="horz2" presStyleCnt="0"/>
      <dgm:spPr/>
    </dgm:pt>
    <dgm:pt modelId="{3AE6CBB9-DBBC-49B0-AF8B-157FE91B5E04}" type="pres">
      <dgm:prSet presAssocID="{CB757593-0AAB-4081-AA4B-5DFD84AAA336}" presName="horzSpace2" presStyleCnt="0"/>
      <dgm:spPr/>
    </dgm:pt>
    <dgm:pt modelId="{2D42014F-FCBA-4D00-8D18-7ABC7E891DD1}" type="pres">
      <dgm:prSet presAssocID="{CB757593-0AAB-4081-AA4B-5DFD84AAA336}" presName="tx2" presStyleLbl="revTx" presStyleIdx="8" presStyleCnt="9"/>
      <dgm:spPr/>
    </dgm:pt>
    <dgm:pt modelId="{87FFACCC-5E79-455E-B752-B94A413A3011}" type="pres">
      <dgm:prSet presAssocID="{CB757593-0AAB-4081-AA4B-5DFD84AAA336}" presName="vert2" presStyleCnt="0"/>
      <dgm:spPr/>
    </dgm:pt>
    <dgm:pt modelId="{7B452571-B77E-4B19-88AC-891610707C83}" type="pres">
      <dgm:prSet presAssocID="{CB757593-0AAB-4081-AA4B-5DFD84AAA336}" presName="thinLine2b" presStyleLbl="callout" presStyleIdx="7" presStyleCnt="8"/>
      <dgm:spPr/>
    </dgm:pt>
    <dgm:pt modelId="{F8BDEC93-A3C9-4415-9FA7-4BEFE29F7A68}" type="pres">
      <dgm:prSet presAssocID="{CB757593-0AAB-4081-AA4B-5DFD84AAA336}" presName="vertSpace2b" presStyleCnt="0"/>
      <dgm:spPr/>
    </dgm:pt>
  </dgm:ptLst>
  <dgm:cxnLst>
    <dgm:cxn modelId="{D6FDE109-C399-4168-8EDA-0DFC3A1D5814}" srcId="{16C860BA-62F1-419C-8CAB-85DCE13F8DE0}" destId="{AA0603FE-87E3-4C5E-B2AE-1CDCAC58E40D}" srcOrd="4" destOrd="0" parTransId="{DD8C4D6F-4072-4D56-BCCF-C6E47714930E}" sibTransId="{9245F9DB-3B02-4C46-B781-B9D0B5A726C9}"/>
    <dgm:cxn modelId="{BFA5982A-9518-454A-AA57-7E16153F4B06}" type="presOf" srcId="{CB757593-0AAB-4081-AA4B-5DFD84AAA336}" destId="{2D42014F-FCBA-4D00-8D18-7ABC7E891DD1}" srcOrd="0" destOrd="0" presId="urn:microsoft.com/office/officeart/2008/layout/LinedList"/>
    <dgm:cxn modelId="{5DBE9A2E-6EC7-44A3-8AF6-80803DE1D069}" type="presOf" srcId="{7860B658-F678-43D2-9CD3-18EE34C7A63B}" destId="{E9995332-12AC-49B8-AE3C-3D0F96F13213}" srcOrd="0" destOrd="0" presId="urn:microsoft.com/office/officeart/2008/layout/LinedList"/>
    <dgm:cxn modelId="{EA17805E-630D-4E62-A3DA-012C3C1DEEBD}" type="presOf" srcId="{AA0603FE-87E3-4C5E-B2AE-1CDCAC58E40D}" destId="{3F2D86BF-5577-49D3-8899-223843E11539}" srcOrd="0" destOrd="0" presId="urn:microsoft.com/office/officeart/2008/layout/LinedList"/>
    <dgm:cxn modelId="{41B50E64-6299-4443-AB10-EFD934D4C821}" srcId="{16C860BA-62F1-419C-8CAB-85DCE13F8DE0}" destId="{E3089258-E5EF-418D-9A3F-36AA3D45B884}" srcOrd="3" destOrd="0" parTransId="{9EB4C9B5-6A28-44AD-90B4-4EE6621D099F}" sibTransId="{696CDA8E-F8E7-4631-9BB6-1A70CB3072FE}"/>
    <dgm:cxn modelId="{BAD19544-5FDB-4C38-A996-5DF54411F6EC}" srcId="{16C860BA-62F1-419C-8CAB-85DCE13F8DE0}" destId="{D3458E0B-E459-45AB-A83E-C37D087A6B73}" srcOrd="6" destOrd="0" parTransId="{8351EAC8-6C70-4663-8515-C814EAAC14AF}" sibTransId="{4F5D5206-F9CE-4529-9F4A-E4BDD23F251F}"/>
    <dgm:cxn modelId="{DF9FD74B-E971-4F7D-AF69-238964ABD275}" srcId="{16C860BA-62F1-419C-8CAB-85DCE13F8DE0}" destId="{D97D2511-5AE1-41E2-9CC5-D747B5171492}" srcOrd="0" destOrd="0" parTransId="{3C8FCC9D-8584-45E5-A534-2CF3B2933D8D}" sibTransId="{A310AEFC-5812-477C-8351-4A2539B3AF67}"/>
    <dgm:cxn modelId="{8A978A7A-E2C0-49B9-B215-4F8B0E498686}" type="presOf" srcId="{FC2A6078-C6E8-42EA-A4D3-E7C14D23FE93}" destId="{0C2D2D03-8286-45B8-B937-F92B3C72CF9B}" srcOrd="0" destOrd="0" presId="urn:microsoft.com/office/officeart/2008/layout/LinedList"/>
    <dgm:cxn modelId="{CB4B9281-1D0D-483C-8783-8C48296428F9}" type="presOf" srcId="{D3458E0B-E459-45AB-A83E-C37D087A6B73}" destId="{7095EC50-225B-4951-8E5C-7A4E05D4FA1A}" srcOrd="0" destOrd="0" presId="urn:microsoft.com/office/officeart/2008/layout/LinedList"/>
    <dgm:cxn modelId="{234A268C-9644-4446-A7D6-2E2F2B8E7A5A}" type="presOf" srcId="{16C860BA-62F1-419C-8CAB-85DCE13F8DE0}" destId="{F5CD3D4D-5328-4A54-864F-652280C2E049}" srcOrd="0" destOrd="0" presId="urn:microsoft.com/office/officeart/2008/layout/LinedList"/>
    <dgm:cxn modelId="{0BC7518E-BAD6-4638-9FBA-E97609E29110}" type="presOf" srcId="{E3089258-E5EF-418D-9A3F-36AA3D45B884}" destId="{221CD334-9D70-47FA-BB86-6197F283809D}" srcOrd="0" destOrd="0" presId="urn:microsoft.com/office/officeart/2008/layout/LinedList"/>
    <dgm:cxn modelId="{EE05B39C-1065-4465-90FE-6BD081A13265}" srcId="{16C860BA-62F1-419C-8CAB-85DCE13F8DE0}" destId="{D33CD947-29F8-4F20-B0C5-3B6E8B56A844}" srcOrd="2" destOrd="0" parTransId="{EEB5D1F7-E478-4D18-82BB-57C2A0FCB029}" sibTransId="{54487210-9B64-44EB-B5A2-AD884A6C2FFA}"/>
    <dgm:cxn modelId="{73148EB1-792F-4F83-91E4-4F7C63FB4ED5}" srcId="{16C860BA-62F1-419C-8CAB-85DCE13F8DE0}" destId="{B854DD14-12E0-46D9-A8F5-B86F1E571CD6}" srcOrd="1" destOrd="0" parTransId="{DD42F769-DEED-4312-83C5-BF6E2BD61697}" sibTransId="{3A6F1095-7FED-49E6-962C-5A583966BA12}"/>
    <dgm:cxn modelId="{26576BC4-0ADF-4E7C-8B36-6D6595F793DB}" srcId="{16C860BA-62F1-419C-8CAB-85DCE13F8DE0}" destId="{7860B658-F678-43D2-9CD3-18EE34C7A63B}" srcOrd="5" destOrd="0" parTransId="{5B3B56B9-B5AB-4CEA-92CB-D00E02CCDDE8}" sibTransId="{1D7B7613-29DA-4B95-B685-CE4C37F7273F}"/>
    <dgm:cxn modelId="{343F2CCE-C830-435B-9ADE-4ABFCEAAA741}" srcId="{FC2A6078-C6E8-42EA-A4D3-E7C14D23FE93}" destId="{16C860BA-62F1-419C-8CAB-85DCE13F8DE0}" srcOrd="0" destOrd="0" parTransId="{28A6C69C-D78E-4A51-9084-4029F2B20678}" sibTransId="{A79E07BD-5218-412C-8835-0A179E9A96D0}"/>
    <dgm:cxn modelId="{EF5704D6-1C4D-43C5-807B-136712CCEA95}" srcId="{16C860BA-62F1-419C-8CAB-85DCE13F8DE0}" destId="{CB757593-0AAB-4081-AA4B-5DFD84AAA336}" srcOrd="7" destOrd="0" parTransId="{C7CF7371-2AEC-4725-9C1A-440AC9513D3D}" sibTransId="{B7FFD809-C0E2-4F70-8462-23EA03F40AC7}"/>
    <dgm:cxn modelId="{437567D9-7D5B-41F1-BE99-5414E3144175}" type="presOf" srcId="{D33CD947-29F8-4F20-B0C5-3B6E8B56A844}" destId="{D5CEAE3D-D04B-454D-B1F0-637B9D1CCF05}" srcOrd="0" destOrd="0" presId="urn:microsoft.com/office/officeart/2008/layout/LinedList"/>
    <dgm:cxn modelId="{E59E48E0-8E95-4F67-A260-B755F2FF8919}" type="presOf" srcId="{D97D2511-5AE1-41E2-9CC5-D747B5171492}" destId="{24351E6B-FEF4-4B9B-ACC4-30237D039C88}" srcOrd="0" destOrd="0" presId="urn:microsoft.com/office/officeart/2008/layout/LinedList"/>
    <dgm:cxn modelId="{CF4504F2-7C17-4743-9720-93958DC9CB76}" type="presOf" srcId="{B854DD14-12E0-46D9-A8F5-B86F1E571CD6}" destId="{ECE735AC-0C47-41C5-8CF1-C04E01710636}" srcOrd="0" destOrd="0" presId="urn:microsoft.com/office/officeart/2008/layout/LinedList"/>
    <dgm:cxn modelId="{BF714253-76E6-4A7A-AA80-D7CD9C25BCED}" type="presParOf" srcId="{0C2D2D03-8286-45B8-B937-F92B3C72CF9B}" destId="{AAD6FE84-661E-45A3-BF2A-B747EBA0844E}" srcOrd="0" destOrd="0" presId="urn:microsoft.com/office/officeart/2008/layout/LinedList"/>
    <dgm:cxn modelId="{186FC1CD-9826-4568-BE77-DFF8A2116E1D}" type="presParOf" srcId="{0C2D2D03-8286-45B8-B937-F92B3C72CF9B}" destId="{318D2712-9EA9-45EB-9A0D-46C52B99E71D}" srcOrd="1" destOrd="0" presId="urn:microsoft.com/office/officeart/2008/layout/LinedList"/>
    <dgm:cxn modelId="{545DCAC5-C03E-4D53-A3CF-4BF49AB91A52}" type="presParOf" srcId="{318D2712-9EA9-45EB-9A0D-46C52B99E71D}" destId="{F5CD3D4D-5328-4A54-864F-652280C2E049}" srcOrd="0" destOrd="0" presId="urn:microsoft.com/office/officeart/2008/layout/LinedList"/>
    <dgm:cxn modelId="{75709AB6-4410-452C-B941-E2F308095BFB}" type="presParOf" srcId="{318D2712-9EA9-45EB-9A0D-46C52B99E71D}" destId="{E547696E-9797-4AEA-9B20-6A00641F44A8}" srcOrd="1" destOrd="0" presId="urn:microsoft.com/office/officeart/2008/layout/LinedList"/>
    <dgm:cxn modelId="{40482A2C-01B2-4B21-AD8F-05A4DEB94150}" type="presParOf" srcId="{E547696E-9797-4AEA-9B20-6A00641F44A8}" destId="{E4B96456-7F53-4778-8FDE-A0FB6F51BC41}" srcOrd="0" destOrd="0" presId="urn:microsoft.com/office/officeart/2008/layout/LinedList"/>
    <dgm:cxn modelId="{974E8228-A891-40EB-8836-5E5F30B3AEC6}" type="presParOf" srcId="{E547696E-9797-4AEA-9B20-6A00641F44A8}" destId="{E28D2380-BB38-4087-9DFE-22D778298C41}" srcOrd="1" destOrd="0" presId="urn:microsoft.com/office/officeart/2008/layout/LinedList"/>
    <dgm:cxn modelId="{B92034D7-74E8-4271-9A9C-FE56AF63DDC5}" type="presParOf" srcId="{E28D2380-BB38-4087-9DFE-22D778298C41}" destId="{E43BF7BC-89C4-4F7B-A55F-4824AA322AA3}" srcOrd="0" destOrd="0" presId="urn:microsoft.com/office/officeart/2008/layout/LinedList"/>
    <dgm:cxn modelId="{5E609593-8C2E-46C5-9E32-7A75B799FE33}" type="presParOf" srcId="{E28D2380-BB38-4087-9DFE-22D778298C41}" destId="{24351E6B-FEF4-4B9B-ACC4-30237D039C88}" srcOrd="1" destOrd="0" presId="urn:microsoft.com/office/officeart/2008/layout/LinedList"/>
    <dgm:cxn modelId="{665C89DD-521F-4FF9-93F8-DE2B6BE45122}" type="presParOf" srcId="{E28D2380-BB38-4087-9DFE-22D778298C41}" destId="{4E36420C-75AE-4774-A342-66ED6CFA80CF}" srcOrd="2" destOrd="0" presId="urn:microsoft.com/office/officeart/2008/layout/LinedList"/>
    <dgm:cxn modelId="{822863F8-44B5-424D-ABF8-A3CDC9B3AC9B}" type="presParOf" srcId="{E547696E-9797-4AEA-9B20-6A00641F44A8}" destId="{80E4E93D-A39E-49B5-AD84-AC50F59C8B38}" srcOrd="2" destOrd="0" presId="urn:microsoft.com/office/officeart/2008/layout/LinedList"/>
    <dgm:cxn modelId="{FE05CD0D-01B4-478A-9F2B-578F769B4431}" type="presParOf" srcId="{E547696E-9797-4AEA-9B20-6A00641F44A8}" destId="{EF8C71D4-DDA4-499E-9E12-40721A73D890}" srcOrd="3" destOrd="0" presId="urn:microsoft.com/office/officeart/2008/layout/LinedList"/>
    <dgm:cxn modelId="{44F7025A-ED85-4037-BFE9-3418AA4F47C4}" type="presParOf" srcId="{E547696E-9797-4AEA-9B20-6A00641F44A8}" destId="{7731D755-C915-4423-ACA4-5721563B9792}" srcOrd="4" destOrd="0" presId="urn:microsoft.com/office/officeart/2008/layout/LinedList"/>
    <dgm:cxn modelId="{07C1690B-F482-4543-AF12-708D97FB81B1}" type="presParOf" srcId="{7731D755-C915-4423-ACA4-5721563B9792}" destId="{8FCCC139-C16F-4FCC-913A-3A6A113B08BA}" srcOrd="0" destOrd="0" presId="urn:microsoft.com/office/officeart/2008/layout/LinedList"/>
    <dgm:cxn modelId="{4EF1B06D-63D0-49E7-9220-70825C7D73A8}" type="presParOf" srcId="{7731D755-C915-4423-ACA4-5721563B9792}" destId="{ECE735AC-0C47-41C5-8CF1-C04E01710636}" srcOrd="1" destOrd="0" presId="urn:microsoft.com/office/officeart/2008/layout/LinedList"/>
    <dgm:cxn modelId="{ED61CFCB-6660-4502-8E51-FE03CCF9E484}" type="presParOf" srcId="{7731D755-C915-4423-ACA4-5721563B9792}" destId="{7D0D487D-E3BA-4671-98A6-269314F2A6F7}" srcOrd="2" destOrd="0" presId="urn:microsoft.com/office/officeart/2008/layout/LinedList"/>
    <dgm:cxn modelId="{307AD2AA-701C-47CE-BB63-C740DB1ACD6C}" type="presParOf" srcId="{E547696E-9797-4AEA-9B20-6A00641F44A8}" destId="{0D17350A-9057-4526-8490-6A57A8D39E95}" srcOrd="5" destOrd="0" presId="urn:microsoft.com/office/officeart/2008/layout/LinedList"/>
    <dgm:cxn modelId="{82CA2597-125A-4BA1-9A20-75AAB94EC917}" type="presParOf" srcId="{E547696E-9797-4AEA-9B20-6A00641F44A8}" destId="{F452D341-594B-4351-82E4-F9985F8C7090}" srcOrd="6" destOrd="0" presId="urn:microsoft.com/office/officeart/2008/layout/LinedList"/>
    <dgm:cxn modelId="{A3D7BE9F-D1F7-4B00-8E3E-38C7E457C954}" type="presParOf" srcId="{E547696E-9797-4AEA-9B20-6A00641F44A8}" destId="{D48045BF-BAA6-411F-8EBB-DE31E69DE2CE}" srcOrd="7" destOrd="0" presId="urn:microsoft.com/office/officeart/2008/layout/LinedList"/>
    <dgm:cxn modelId="{FB76BAD2-6FBE-4F51-8924-2EA532D31AE6}" type="presParOf" srcId="{D48045BF-BAA6-411F-8EBB-DE31E69DE2CE}" destId="{16C6D473-04C9-426C-B409-71A55413F885}" srcOrd="0" destOrd="0" presId="urn:microsoft.com/office/officeart/2008/layout/LinedList"/>
    <dgm:cxn modelId="{857BF065-0672-4145-BF3D-8201F80DD14C}" type="presParOf" srcId="{D48045BF-BAA6-411F-8EBB-DE31E69DE2CE}" destId="{D5CEAE3D-D04B-454D-B1F0-637B9D1CCF05}" srcOrd="1" destOrd="0" presId="urn:microsoft.com/office/officeart/2008/layout/LinedList"/>
    <dgm:cxn modelId="{F4C8231D-F216-4142-8E01-71F1F094B803}" type="presParOf" srcId="{D48045BF-BAA6-411F-8EBB-DE31E69DE2CE}" destId="{1DB9AF91-8A32-4806-8B87-136DE12030E0}" srcOrd="2" destOrd="0" presId="urn:microsoft.com/office/officeart/2008/layout/LinedList"/>
    <dgm:cxn modelId="{63DB9209-6C16-4407-9810-83618B807A54}" type="presParOf" srcId="{E547696E-9797-4AEA-9B20-6A00641F44A8}" destId="{DB9ADBDA-2B18-4775-B6E1-934989FF8AA9}" srcOrd="8" destOrd="0" presId="urn:microsoft.com/office/officeart/2008/layout/LinedList"/>
    <dgm:cxn modelId="{5611B36F-C81A-4D43-81CD-52F402B7C1ED}" type="presParOf" srcId="{E547696E-9797-4AEA-9B20-6A00641F44A8}" destId="{362F68E6-3393-4A51-891C-FD461B89ED8A}" srcOrd="9" destOrd="0" presId="urn:microsoft.com/office/officeart/2008/layout/LinedList"/>
    <dgm:cxn modelId="{A3FE58DE-AFB9-45CE-B0D6-D11FC497B74F}" type="presParOf" srcId="{E547696E-9797-4AEA-9B20-6A00641F44A8}" destId="{F03F07D4-B2F6-45E7-B598-6D609399C714}" srcOrd="10" destOrd="0" presId="urn:microsoft.com/office/officeart/2008/layout/LinedList"/>
    <dgm:cxn modelId="{0E3E4A27-8344-423F-849B-3112AC848BE2}" type="presParOf" srcId="{F03F07D4-B2F6-45E7-B598-6D609399C714}" destId="{6B865ABD-5D06-49E1-A1E0-739FA3318C17}" srcOrd="0" destOrd="0" presId="urn:microsoft.com/office/officeart/2008/layout/LinedList"/>
    <dgm:cxn modelId="{0B7CD0BD-E2F8-43B1-9BB8-375A71601C65}" type="presParOf" srcId="{F03F07D4-B2F6-45E7-B598-6D609399C714}" destId="{221CD334-9D70-47FA-BB86-6197F283809D}" srcOrd="1" destOrd="0" presId="urn:microsoft.com/office/officeart/2008/layout/LinedList"/>
    <dgm:cxn modelId="{717BCFCB-81BA-4525-9A96-F64775D2D6D3}" type="presParOf" srcId="{F03F07D4-B2F6-45E7-B598-6D609399C714}" destId="{680D3059-CD44-459D-A279-517C20C4E34B}" srcOrd="2" destOrd="0" presId="urn:microsoft.com/office/officeart/2008/layout/LinedList"/>
    <dgm:cxn modelId="{1E8C2EB8-329C-4FD0-A542-8ECC994CCE4C}" type="presParOf" srcId="{E547696E-9797-4AEA-9B20-6A00641F44A8}" destId="{3C8017E6-CE1D-463A-B329-9393C122C8FD}" srcOrd="11" destOrd="0" presId="urn:microsoft.com/office/officeart/2008/layout/LinedList"/>
    <dgm:cxn modelId="{07E02253-6FEF-46C4-9FE0-21C06FFD3592}" type="presParOf" srcId="{E547696E-9797-4AEA-9B20-6A00641F44A8}" destId="{46A67C41-6333-44E8-9A6C-226D80316117}" srcOrd="12" destOrd="0" presId="urn:microsoft.com/office/officeart/2008/layout/LinedList"/>
    <dgm:cxn modelId="{9BC6D31C-5305-4375-9228-2EF088E85788}" type="presParOf" srcId="{E547696E-9797-4AEA-9B20-6A00641F44A8}" destId="{08D4BF3B-E252-4FF5-BDC8-715DD19FEBB1}" srcOrd="13" destOrd="0" presId="urn:microsoft.com/office/officeart/2008/layout/LinedList"/>
    <dgm:cxn modelId="{F85EEBA9-1605-431C-967D-A64AEDFBADB3}" type="presParOf" srcId="{08D4BF3B-E252-4FF5-BDC8-715DD19FEBB1}" destId="{60DEA141-964A-46EE-A491-0ACBC7C419AC}" srcOrd="0" destOrd="0" presId="urn:microsoft.com/office/officeart/2008/layout/LinedList"/>
    <dgm:cxn modelId="{50C202FC-D28B-49CD-AB45-B46F97A52D03}" type="presParOf" srcId="{08D4BF3B-E252-4FF5-BDC8-715DD19FEBB1}" destId="{3F2D86BF-5577-49D3-8899-223843E11539}" srcOrd="1" destOrd="0" presId="urn:microsoft.com/office/officeart/2008/layout/LinedList"/>
    <dgm:cxn modelId="{ECC0590F-B88A-478F-88C1-7AA9106F95BF}" type="presParOf" srcId="{08D4BF3B-E252-4FF5-BDC8-715DD19FEBB1}" destId="{E12F1C18-127A-4EA2-A4A8-773C9C6C180E}" srcOrd="2" destOrd="0" presId="urn:microsoft.com/office/officeart/2008/layout/LinedList"/>
    <dgm:cxn modelId="{9ACEF3AE-BBC3-49F5-81D5-DFFBED7C32B6}" type="presParOf" srcId="{E547696E-9797-4AEA-9B20-6A00641F44A8}" destId="{5C61253A-E38A-412E-9056-EAF04D7053D6}" srcOrd="14" destOrd="0" presId="urn:microsoft.com/office/officeart/2008/layout/LinedList"/>
    <dgm:cxn modelId="{DD773308-55A2-4257-AD70-CDFCEF1F239A}" type="presParOf" srcId="{E547696E-9797-4AEA-9B20-6A00641F44A8}" destId="{FA21FFE0-A81C-42CD-9D27-7D4DD37E7C4E}" srcOrd="15" destOrd="0" presId="urn:microsoft.com/office/officeart/2008/layout/LinedList"/>
    <dgm:cxn modelId="{267B1186-012C-401F-BD39-C4BAE2982308}" type="presParOf" srcId="{E547696E-9797-4AEA-9B20-6A00641F44A8}" destId="{C61309FC-0517-466D-80B4-922FAEDCCE8A}" srcOrd="16" destOrd="0" presId="urn:microsoft.com/office/officeart/2008/layout/LinedList"/>
    <dgm:cxn modelId="{8891773D-92EF-4142-8CA4-5D967C73E011}" type="presParOf" srcId="{C61309FC-0517-466D-80B4-922FAEDCCE8A}" destId="{A0AB76FC-B844-462B-BE8B-83C413319BC1}" srcOrd="0" destOrd="0" presId="urn:microsoft.com/office/officeart/2008/layout/LinedList"/>
    <dgm:cxn modelId="{20B39D9F-8E2D-4184-BAC3-55A5F0FF0955}" type="presParOf" srcId="{C61309FC-0517-466D-80B4-922FAEDCCE8A}" destId="{E9995332-12AC-49B8-AE3C-3D0F96F13213}" srcOrd="1" destOrd="0" presId="urn:microsoft.com/office/officeart/2008/layout/LinedList"/>
    <dgm:cxn modelId="{EB587066-B9D3-4658-9F3F-4A3865FECCBC}" type="presParOf" srcId="{C61309FC-0517-466D-80B4-922FAEDCCE8A}" destId="{2DA09D6C-A33A-481F-BC05-2121B6DF3228}" srcOrd="2" destOrd="0" presId="urn:microsoft.com/office/officeart/2008/layout/LinedList"/>
    <dgm:cxn modelId="{B909B3A2-6837-4717-896B-9F797BF6EFFD}" type="presParOf" srcId="{E547696E-9797-4AEA-9B20-6A00641F44A8}" destId="{354C51BB-F079-4157-8E17-0C18EF7DDC1B}" srcOrd="17" destOrd="0" presId="urn:microsoft.com/office/officeart/2008/layout/LinedList"/>
    <dgm:cxn modelId="{E2981921-8EA8-4385-86F8-7E113BAEB1C5}" type="presParOf" srcId="{E547696E-9797-4AEA-9B20-6A00641F44A8}" destId="{CF2A46EF-8EEE-4B1C-B7C3-EDDD07CB4C13}" srcOrd="18" destOrd="0" presId="urn:microsoft.com/office/officeart/2008/layout/LinedList"/>
    <dgm:cxn modelId="{D069EC9E-C9B2-47C2-844F-A62C174FA798}" type="presParOf" srcId="{E547696E-9797-4AEA-9B20-6A00641F44A8}" destId="{D24D6B44-690F-4A82-BEBA-E654E48CB1D1}" srcOrd="19" destOrd="0" presId="urn:microsoft.com/office/officeart/2008/layout/LinedList"/>
    <dgm:cxn modelId="{D80CC7ED-5AAC-4868-A6A8-38AEF9CE09A6}" type="presParOf" srcId="{D24D6B44-690F-4A82-BEBA-E654E48CB1D1}" destId="{0A92A6B0-531B-4029-9F08-7529E92D610D}" srcOrd="0" destOrd="0" presId="urn:microsoft.com/office/officeart/2008/layout/LinedList"/>
    <dgm:cxn modelId="{13527CC5-BA0E-4E51-A12B-6B4DE0EB1D6A}" type="presParOf" srcId="{D24D6B44-690F-4A82-BEBA-E654E48CB1D1}" destId="{7095EC50-225B-4951-8E5C-7A4E05D4FA1A}" srcOrd="1" destOrd="0" presId="urn:microsoft.com/office/officeart/2008/layout/LinedList"/>
    <dgm:cxn modelId="{CE74E54E-6321-488A-8C8D-1B71211D1383}" type="presParOf" srcId="{D24D6B44-690F-4A82-BEBA-E654E48CB1D1}" destId="{75036FAD-B045-456B-97EB-D0481848A084}" srcOrd="2" destOrd="0" presId="urn:microsoft.com/office/officeart/2008/layout/LinedList"/>
    <dgm:cxn modelId="{A4E225D1-1EE0-4529-8FBE-6C8B9A0A559D}" type="presParOf" srcId="{E547696E-9797-4AEA-9B20-6A00641F44A8}" destId="{7457769D-D17F-476B-A4D0-5A3B4DFC13AA}" srcOrd="20" destOrd="0" presId="urn:microsoft.com/office/officeart/2008/layout/LinedList"/>
    <dgm:cxn modelId="{79886D67-BAFA-4F6D-B875-B8C1AE5A73DC}" type="presParOf" srcId="{E547696E-9797-4AEA-9B20-6A00641F44A8}" destId="{644F2989-0E0B-42BC-8043-1CC27FE40EE2}" srcOrd="21" destOrd="0" presId="urn:microsoft.com/office/officeart/2008/layout/LinedList"/>
    <dgm:cxn modelId="{6D77B8C7-FE33-4AF9-A063-B17D915450A4}" type="presParOf" srcId="{E547696E-9797-4AEA-9B20-6A00641F44A8}" destId="{1F8EBF88-9DC3-4A16-AC45-370BD485445C}" srcOrd="22" destOrd="0" presId="urn:microsoft.com/office/officeart/2008/layout/LinedList"/>
    <dgm:cxn modelId="{6836777C-32DB-4A41-9056-BBEA088DA2CC}" type="presParOf" srcId="{1F8EBF88-9DC3-4A16-AC45-370BD485445C}" destId="{3AE6CBB9-DBBC-49B0-AF8B-157FE91B5E04}" srcOrd="0" destOrd="0" presId="urn:microsoft.com/office/officeart/2008/layout/LinedList"/>
    <dgm:cxn modelId="{C8F4B131-474B-4B28-8B53-4FDACE20DEEA}" type="presParOf" srcId="{1F8EBF88-9DC3-4A16-AC45-370BD485445C}" destId="{2D42014F-FCBA-4D00-8D18-7ABC7E891DD1}" srcOrd="1" destOrd="0" presId="urn:microsoft.com/office/officeart/2008/layout/LinedList"/>
    <dgm:cxn modelId="{33C8EAA2-08E2-49B4-87DB-1B6B46B9337A}" type="presParOf" srcId="{1F8EBF88-9DC3-4A16-AC45-370BD485445C}" destId="{87FFACCC-5E79-455E-B752-B94A413A3011}" srcOrd="2" destOrd="0" presId="urn:microsoft.com/office/officeart/2008/layout/LinedList"/>
    <dgm:cxn modelId="{6E698657-844F-4763-AEC9-FAA4B91B6349}" type="presParOf" srcId="{E547696E-9797-4AEA-9B20-6A00641F44A8}" destId="{7B452571-B77E-4B19-88AC-891610707C83}" srcOrd="23" destOrd="0" presId="urn:microsoft.com/office/officeart/2008/layout/LinedList"/>
    <dgm:cxn modelId="{C7D1E6DD-D290-42CE-9037-883FA2E6C90F}" type="presParOf" srcId="{E547696E-9797-4AEA-9B20-6A00641F44A8}" destId="{F8BDEC93-A3C9-4415-9FA7-4BEFE29F7A68}" srcOrd="24"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7A5A99-F5BD-4354-B9D3-198D5EA31B1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5800B52-D80C-45B0-9A2B-7C1332817FB6}">
      <dgm:prSet phldrT="[Text]"/>
      <dgm:spPr/>
      <dgm:t>
        <a:bodyPr/>
        <a:lstStyle/>
        <a:p>
          <a:r>
            <a:rPr lang="en-US" dirty="0"/>
            <a:t>Cluster types</a:t>
          </a:r>
        </a:p>
      </dgm:t>
    </dgm:pt>
    <dgm:pt modelId="{B2CAD24C-E7BC-4812-A81C-D25BA1F4DFC5}" type="parTrans" cxnId="{8C9C4B75-A6A9-407F-BB24-20B24BB8E916}">
      <dgm:prSet/>
      <dgm:spPr/>
      <dgm:t>
        <a:bodyPr/>
        <a:lstStyle/>
        <a:p>
          <a:endParaRPr lang="en-US"/>
        </a:p>
      </dgm:t>
    </dgm:pt>
    <dgm:pt modelId="{3E116179-7AD6-41DB-AD8D-F4AD38DF096E}" type="sibTrans" cxnId="{8C9C4B75-A6A9-407F-BB24-20B24BB8E916}">
      <dgm:prSet/>
      <dgm:spPr/>
      <dgm:t>
        <a:bodyPr/>
        <a:lstStyle/>
        <a:p>
          <a:endParaRPr lang="en-US"/>
        </a:p>
      </dgm:t>
    </dgm:pt>
    <dgm:pt modelId="{703916A3-D424-4CC5-97D8-B58B74DC305C}">
      <dgm:prSet phldrT="[Text]"/>
      <dgm:spPr/>
      <dgm:t>
        <a:bodyPr/>
        <a:lstStyle/>
        <a:p>
          <a:r>
            <a:rPr lang="en-US" dirty="0"/>
            <a:t>Cluster configuration</a:t>
          </a:r>
        </a:p>
      </dgm:t>
    </dgm:pt>
    <dgm:pt modelId="{12712AE5-3AF0-4BE1-8840-F72F05F63D54}" type="parTrans" cxnId="{4D019F17-686E-4584-95B6-3C04B13869E8}">
      <dgm:prSet/>
      <dgm:spPr/>
      <dgm:t>
        <a:bodyPr/>
        <a:lstStyle/>
        <a:p>
          <a:endParaRPr lang="en-US"/>
        </a:p>
      </dgm:t>
    </dgm:pt>
    <dgm:pt modelId="{642CDCAE-D5F3-4A74-B496-23FD5379A1B1}" type="sibTrans" cxnId="{4D019F17-686E-4584-95B6-3C04B13869E8}">
      <dgm:prSet/>
      <dgm:spPr/>
      <dgm:t>
        <a:bodyPr/>
        <a:lstStyle/>
        <a:p>
          <a:endParaRPr lang="en-US"/>
        </a:p>
      </dgm:t>
    </dgm:pt>
    <dgm:pt modelId="{74C8DEC7-79AB-478D-B7E2-EDDF24287F9E}">
      <dgm:prSet phldrT="[Text]"/>
      <dgm:spPr/>
      <dgm:t>
        <a:bodyPr/>
        <a:lstStyle/>
        <a:p>
          <a:r>
            <a:rPr lang="en-US" dirty="0"/>
            <a:t>Creating a cluster</a:t>
          </a:r>
        </a:p>
      </dgm:t>
    </dgm:pt>
    <dgm:pt modelId="{D4E7E564-A93C-49E6-8DDC-857525636B85}" type="parTrans" cxnId="{23F1D0AB-5B45-4C14-B0B0-C81D2E9BF6C1}">
      <dgm:prSet/>
      <dgm:spPr/>
      <dgm:t>
        <a:bodyPr/>
        <a:lstStyle/>
        <a:p>
          <a:endParaRPr lang="en-US"/>
        </a:p>
      </dgm:t>
    </dgm:pt>
    <dgm:pt modelId="{AFD48068-9DA9-4584-989F-734FE19C55DA}" type="sibTrans" cxnId="{23F1D0AB-5B45-4C14-B0B0-C81D2E9BF6C1}">
      <dgm:prSet/>
      <dgm:spPr/>
      <dgm:t>
        <a:bodyPr/>
        <a:lstStyle/>
        <a:p>
          <a:endParaRPr lang="en-US"/>
        </a:p>
      </dgm:t>
    </dgm:pt>
    <dgm:pt modelId="{7EB2C449-562E-48E9-A2A6-32A01FE65AE8}">
      <dgm:prSet/>
      <dgm:spPr/>
      <dgm:t>
        <a:bodyPr/>
        <a:lstStyle/>
        <a:p>
          <a:endParaRPr lang="en-US"/>
        </a:p>
      </dgm:t>
    </dgm:pt>
    <dgm:pt modelId="{2EFC4626-2EB6-43EB-89A8-E0A22EA1AB6C}" type="parTrans" cxnId="{B0E03FBE-3C8D-4720-A1DA-E28A3F9B36E6}">
      <dgm:prSet/>
      <dgm:spPr/>
      <dgm:t>
        <a:bodyPr/>
        <a:lstStyle/>
        <a:p>
          <a:endParaRPr lang="en-US"/>
        </a:p>
      </dgm:t>
    </dgm:pt>
    <dgm:pt modelId="{E2BD7B5B-97F8-44CE-B451-DC0FBCF0934E}" type="sibTrans" cxnId="{B0E03FBE-3C8D-4720-A1DA-E28A3F9B36E6}">
      <dgm:prSet/>
      <dgm:spPr/>
      <dgm:t>
        <a:bodyPr/>
        <a:lstStyle/>
        <a:p>
          <a:endParaRPr lang="en-US"/>
        </a:p>
      </dgm:t>
    </dgm:pt>
    <dgm:pt modelId="{E9354EC6-82BF-4E62-BC17-CBBD2F489C3B}" type="pres">
      <dgm:prSet presAssocID="{897A5A99-F5BD-4354-B9D3-198D5EA31B15}" presName="linear" presStyleCnt="0">
        <dgm:presLayoutVars>
          <dgm:dir/>
          <dgm:animLvl val="lvl"/>
          <dgm:resizeHandles val="exact"/>
        </dgm:presLayoutVars>
      </dgm:prSet>
      <dgm:spPr/>
    </dgm:pt>
    <dgm:pt modelId="{F56459B1-CF45-4325-B4FF-38F35BD30594}" type="pres">
      <dgm:prSet presAssocID="{7EB2C449-562E-48E9-A2A6-32A01FE65AE8}" presName="parentLin" presStyleCnt="0"/>
      <dgm:spPr/>
    </dgm:pt>
    <dgm:pt modelId="{2D7E4ECD-6BEC-470E-BB6E-DC2C39764E93}" type="pres">
      <dgm:prSet presAssocID="{7EB2C449-562E-48E9-A2A6-32A01FE65AE8}" presName="parentLeftMargin" presStyleLbl="node1" presStyleIdx="0" presStyleCnt="4"/>
      <dgm:spPr/>
    </dgm:pt>
    <dgm:pt modelId="{FD5C519F-DA7A-4C5D-B729-82A258A779DF}" type="pres">
      <dgm:prSet presAssocID="{7EB2C449-562E-48E9-A2A6-32A01FE65AE8}" presName="parentText" presStyleLbl="node1" presStyleIdx="0" presStyleCnt="4" custScaleX="122837" custScaleY="99163">
        <dgm:presLayoutVars>
          <dgm:chMax val="0"/>
          <dgm:bulletEnabled val="1"/>
        </dgm:presLayoutVars>
      </dgm:prSet>
      <dgm:spPr/>
    </dgm:pt>
    <dgm:pt modelId="{94C3A624-CD31-4B7E-BBDC-60CC0B32B4D9}" type="pres">
      <dgm:prSet presAssocID="{7EB2C449-562E-48E9-A2A6-32A01FE65AE8}" presName="negativeSpace" presStyleCnt="0"/>
      <dgm:spPr/>
    </dgm:pt>
    <dgm:pt modelId="{88AB9D8F-4CB3-4377-BC85-73C2C084D0AE}" type="pres">
      <dgm:prSet presAssocID="{7EB2C449-562E-48E9-A2A6-32A01FE65AE8}" presName="childText" presStyleLbl="conFgAcc1" presStyleIdx="0" presStyleCnt="4">
        <dgm:presLayoutVars>
          <dgm:bulletEnabled val="1"/>
        </dgm:presLayoutVars>
      </dgm:prSet>
      <dgm:spPr/>
    </dgm:pt>
    <dgm:pt modelId="{51AAA393-B1F0-4E98-9EA6-6F28CD45C412}" type="pres">
      <dgm:prSet presAssocID="{E2BD7B5B-97F8-44CE-B451-DC0FBCF0934E}" presName="spaceBetweenRectangles" presStyleCnt="0"/>
      <dgm:spPr/>
    </dgm:pt>
    <dgm:pt modelId="{202737A4-C841-4055-8BB0-4458BAACAB28}" type="pres">
      <dgm:prSet presAssocID="{A5800B52-D80C-45B0-9A2B-7C1332817FB6}" presName="parentLin" presStyleCnt="0"/>
      <dgm:spPr/>
    </dgm:pt>
    <dgm:pt modelId="{0D1BEB28-0398-4266-894B-3893FC4650C0}" type="pres">
      <dgm:prSet presAssocID="{A5800B52-D80C-45B0-9A2B-7C1332817FB6}" presName="parentLeftMargin" presStyleLbl="node1" presStyleIdx="0" presStyleCnt="4"/>
      <dgm:spPr/>
    </dgm:pt>
    <dgm:pt modelId="{C2A48F04-8A23-41FA-92F1-9726380ED731}" type="pres">
      <dgm:prSet presAssocID="{A5800B52-D80C-45B0-9A2B-7C1332817FB6}" presName="parentText" presStyleLbl="node1" presStyleIdx="1" presStyleCnt="4">
        <dgm:presLayoutVars>
          <dgm:chMax val="0"/>
          <dgm:bulletEnabled val="1"/>
        </dgm:presLayoutVars>
      </dgm:prSet>
      <dgm:spPr/>
    </dgm:pt>
    <dgm:pt modelId="{F02E9A60-C837-4EB4-A46B-5EFF4A6657ED}" type="pres">
      <dgm:prSet presAssocID="{A5800B52-D80C-45B0-9A2B-7C1332817FB6}" presName="negativeSpace" presStyleCnt="0"/>
      <dgm:spPr/>
    </dgm:pt>
    <dgm:pt modelId="{2846EA32-1554-427B-A6E7-C63A55E74D80}" type="pres">
      <dgm:prSet presAssocID="{A5800B52-D80C-45B0-9A2B-7C1332817FB6}" presName="childText" presStyleLbl="conFgAcc1" presStyleIdx="1" presStyleCnt="4">
        <dgm:presLayoutVars>
          <dgm:bulletEnabled val="1"/>
        </dgm:presLayoutVars>
      </dgm:prSet>
      <dgm:spPr/>
    </dgm:pt>
    <dgm:pt modelId="{7F98DC96-D546-431F-9291-975CF0AE9FA9}" type="pres">
      <dgm:prSet presAssocID="{3E116179-7AD6-41DB-AD8D-F4AD38DF096E}" presName="spaceBetweenRectangles" presStyleCnt="0"/>
      <dgm:spPr/>
    </dgm:pt>
    <dgm:pt modelId="{C74E207A-E2EE-4FCD-AC53-85188A50E80F}" type="pres">
      <dgm:prSet presAssocID="{703916A3-D424-4CC5-97D8-B58B74DC305C}" presName="parentLin" presStyleCnt="0"/>
      <dgm:spPr/>
    </dgm:pt>
    <dgm:pt modelId="{09EFECFB-38C8-4065-BABB-E588AB8B72F9}" type="pres">
      <dgm:prSet presAssocID="{703916A3-D424-4CC5-97D8-B58B74DC305C}" presName="parentLeftMargin" presStyleLbl="node1" presStyleIdx="1" presStyleCnt="4"/>
      <dgm:spPr/>
    </dgm:pt>
    <dgm:pt modelId="{F3521FFF-9F7F-4DC3-BB10-A09B72A400E3}" type="pres">
      <dgm:prSet presAssocID="{703916A3-D424-4CC5-97D8-B58B74DC305C}" presName="parentText" presStyleLbl="node1" presStyleIdx="2" presStyleCnt="4">
        <dgm:presLayoutVars>
          <dgm:chMax val="0"/>
          <dgm:bulletEnabled val="1"/>
        </dgm:presLayoutVars>
      </dgm:prSet>
      <dgm:spPr/>
    </dgm:pt>
    <dgm:pt modelId="{8589569D-F908-4567-9446-A0E3CC554324}" type="pres">
      <dgm:prSet presAssocID="{703916A3-D424-4CC5-97D8-B58B74DC305C}" presName="negativeSpace" presStyleCnt="0"/>
      <dgm:spPr/>
    </dgm:pt>
    <dgm:pt modelId="{2F62DCB0-628A-4561-A19A-E227102C4BBF}" type="pres">
      <dgm:prSet presAssocID="{703916A3-D424-4CC5-97D8-B58B74DC305C}" presName="childText" presStyleLbl="conFgAcc1" presStyleIdx="2" presStyleCnt="4">
        <dgm:presLayoutVars>
          <dgm:bulletEnabled val="1"/>
        </dgm:presLayoutVars>
      </dgm:prSet>
      <dgm:spPr/>
    </dgm:pt>
    <dgm:pt modelId="{1C3423E3-699E-42E3-BDDB-55A76C73A787}" type="pres">
      <dgm:prSet presAssocID="{642CDCAE-D5F3-4A74-B496-23FD5379A1B1}" presName="spaceBetweenRectangles" presStyleCnt="0"/>
      <dgm:spPr/>
    </dgm:pt>
    <dgm:pt modelId="{6EDE5069-5B21-41E0-A4E4-E08BF55C46C1}" type="pres">
      <dgm:prSet presAssocID="{74C8DEC7-79AB-478D-B7E2-EDDF24287F9E}" presName="parentLin" presStyleCnt="0"/>
      <dgm:spPr/>
    </dgm:pt>
    <dgm:pt modelId="{55BB5314-0757-445A-8C2D-C3D3B9513437}" type="pres">
      <dgm:prSet presAssocID="{74C8DEC7-79AB-478D-B7E2-EDDF24287F9E}" presName="parentLeftMargin" presStyleLbl="node1" presStyleIdx="2" presStyleCnt="4"/>
      <dgm:spPr/>
    </dgm:pt>
    <dgm:pt modelId="{6FDDB65A-3AE5-43AE-99F7-99CD6AC2ED55}" type="pres">
      <dgm:prSet presAssocID="{74C8DEC7-79AB-478D-B7E2-EDDF24287F9E}" presName="parentText" presStyleLbl="node1" presStyleIdx="3" presStyleCnt="4">
        <dgm:presLayoutVars>
          <dgm:chMax val="0"/>
          <dgm:bulletEnabled val="1"/>
        </dgm:presLayoutVars>
      </dgm:prSet>
      <dgm:spPr/>
    </dgm:pt>
    <dgm:pt modelId="{450EC79D-7363-4295-ADEB-6A2602290002}" type="pres">
      <dgm:prSet presAssocID="{74C8DEC7-79AB-478D-B7E2-EDDF24287F9E}" presName="negativeSpace" presStyleCnt="0"/>
      <dgm:spPr/>
    </dgm:pt>
    <dgm:pt modelId="{10BDE0A4-CF59-475C-8648-2645DA32EADA}" type="pres">
      <dgm:prSet presAssocID="{74C8DEC7-79AB-478D-B7E2-EDDF24287F9E}" presName="childText" presStyleLbl="conFgAcc1" presStyleIdx="3" presStyleCnt="4">
        <dgm:presLayoutVars>
          <dgm:bulletEnabled val="1"/>
        </dgm:presLayoutVars>
      </dgm:prSet>
      <dgm:spPr/>
    </dgm:pt>
  </dgm:ptLst>
  <dgm:cxnLst>
    <dgm:cxn modelId="{A4FD3A14-7943-4AAC-A50D-CC58F1467EA3}" type="presOf" srcId="{703916A3-D424-4CC5-97D8-B58B74DC305C}" destId="{09EFECFB-38C8-4065-BABB-E588AB8B72F9}" srcOrd="0" destOrd="0" presId="urn:microsoft.com/office/officeart/2005/8/layout/list1"/>
    <dgm:cxn modelId="{4D019F17-686E-4584-95B6-3C04B13869E8}" srcId="{897A5A99-F5BD-4354-B9D3-198D5EA31B15}" destId="{703916A3-D424-4CC5-97D8-B58B74DC305C}" srcOrd="2" destOrd="0" parTransId="{12712AE5-3AF0-4BE1-8840-F72F05F63D54}" sibTransId="{642CDCAE-D5F3-4A74-B496-23FD5379A1B1}"/>
    <dgm:cxn modelId="{77C7DB1A-F2FB-4F23-923A-50D3880851E7}" type="presOf" srcId="{703916A3-D424-4CC5-97D8-B58B74DC305C}" destId="{F3521FFF-9F7F-4DC3-BB10-A09B72A400E3}" srcOrd="1" destOrd="0" presId="urn:microsoft.com/office/officeart/2005/8/layout/list1"/>
    <dgm:cxn modelId="{6B142E47-98AF-452A-8454-76F634A9B591}" type="presOf" srcId="{74C8DEC7-79AB-478D-B7E2-EDDF24287F9E}" destId="{55BB5314-0757-445A-8C2D-C3D3B9513437}" srcOrd="0" destOrd="0" presId="urn:microsoft.com/office/officeart/2005/8/layout/list1"/>
    <dgm:cxn modelId="{6882D54F-F686-4385-A4EB-D617AA8F2A90}" type="presOf" srcId="{A5800B52-D80C-45B0-9A2B-7C1332817FB6}" destId="{0D1BEB28-0398-4266-894B-3893FC4650C0}" srcOrd="0" destOrd="0" presId="urn:microsoft.com/office/officeart/2005/8/layout/list1"/>
    <dgm:cxn modelId="{8C9C4B75-A6A9-407F-BB24-20B24BB8E916}" srcId="{897A5A99-F5BD-4354-B9D3-198D5EA31B15}" destId="{A5800B52-D80C-45B0-9A2B-7C1332817FB6}" srcOrd="1" destOrd="0" parTransId="{B2CAD24C-E7BC-4812-A81C-D25BA1F4DFC5}" sibTransId="{3E116179-7AD6-41DB-AD8D-F4AD38DF096E}"/>
    <dgm:cxn modelId="{ADC9AA7B-F42C-4759-ACF5-848D5CE37F32}" type="presOf" srcId="{7EB2C449-562E-48E9-A2A6-32A01FE65AE8}" destId="{FD5C519F-DA7A-4C5D-B729-82A258A779DF}" srcOrd="1" destOrd="0" presId="urn:microsoft.com/office/officeart/2005/8/layout/list1"/>
    <dgm:cxn modelId="{23F1D0AB-5B45-4C14-B0B0-C81D2E9BF6C1}" srcId="{897A5A99-F5BD-4354-B9D3-198D5EA31B15}" destId="{74C8DEC7-79AB-478D-B7E2-EDDF24287F9E}" srcOrd="3" destOrd="0" parTransId="{D4E7E564-A93C-49E6-8DDC-857525636B85}" sibTransId="{AFD48068-9DA9-4584-989F-734FE19C55DA}"/>
    <dgm:cxn modelId="{C56DC7B4-A4FB-482F-8812-8375C05848D8}" type="presOf" srcId="{897A5A99-F5BD-4354-B9D3-198D5EA31B15}" destId="{E9354EC6-82BF-4E62-BC17-CBBD2F489C3B}" srcOrd="0" destOrd="0" presId="urn:microsoft.com/office/officeart/2005/8/layout/list1"/>
    <dgm:cxn modelId="{B0E03FBE-3C8D-4720-A1DA-E28A3F9B36E6}" srcId="{897A5A99-F5BD-4354-B9D3-198D5EA31B15}" destId="{7EB2C449-562E-48E9-A2A6-32A01FE65AE8}" srcOrd="0" destOrd="0" parTransId="{2EFC4626-2EB6-43EB-89A8-E0A22EA1AB6C}" sibTransId="{E2BD7B5B-97F8-44CE-B451-DC0FBCF0934E}"/>
    <dgm:cxn modelId="{F6DAF9E0-149E-4D26-9C65-57CE42543840}" type="presOf" srcId="{7EB2C449-562E-48E9-A2A6-32A01FE65AE8}" destId="{2D7E4ECD-6BEC-470E-BB6E-DC2C39764E93}" srcOrd="0" destOrd="0" presId="urn:microsoft.com/office/officeart/2005/8/layout/list1"/>
    <dgm:cxn modelId="{D598B1EF-27E4-4BC3-8C53-46E5C037CAC1}" type="presOf" srcId="{74C8DEC7-79AB-478D-B7E2-EDDF24287F9E}" destId="{6FDDB65A-3AE5-43AE-99F7-99CD6AC2ED55}" srcOrd="1" destOrd="0" presId="urn:microsoft.com/office/officeart/2005/8/layout/list1"/>
    <dgm:cxn modelId="{19B152F0-3BD3-4451-9313-7724736DD8EB}" type="presOf" srcId="{A5800B52-D80C-45B0-9A2B-7C1332817FB6}" destId="{C2A48F04-8A23-41FA-92F1-9726380ED731}" srcOrd="1" destOrd="0" presId="urn:microsoft.com/office/officeart/2005/8/layout/list1"/>
    <dgm:cxn modelId="{745DEE5F-3377-435F-8D70-7E0658AE0867}" type="presParOf" srcId="{E9354EC6-82BF-4E62-BC17-CBBD2F489C3B}" destId="{F56459B1-CF45-4325-B4FF-38F35BD30594}" srcOrd="0" destOrd="0" presId="urn:microsoft.com/office/officeart/2005/8/layout/list1"/>
    <dgm:cxn modelId="{4BE8AC2F-14BC-446B-BD12-A24559D13098}" type="presParOf" srcId="{F56459B1-CF45-4325-B4FF-38F35BD30594}" destId="{2D7E4ECD-6BEC-470E-BB6E-DC2C39764E93}" srcOrd="0" destOrd="0" presId="urn:microsoft.com/office/officeart/2005/8/layout/list1"/>
    <dgm:cxn modelId="{44C058D1-536A-4699-834D-8443D1BAA185}" type="presParOf" srcId="{F56459B1-CF45-4325-B4FF-38F35BD30594}" destId="{FD5C519F-DA7A-4C5D-B729-82A258A779DF}" srcOrd="1" destOrd="0" presId="urn:microsoft.com/office/officeart/2005/8/layout/list1"/>
    <dgm:cxn modelId="{EFEAD5C6-872C-4CF0-996B-1D1BEC5CA6AF}" type="presParOf" srcId="{E9354EC6-82BF-4E62-BC17-CBBD2F489C3B}" destId="{94C3A624-CD31-4B7E-BBDC-60CC0B32B4D9}" srcOrd="1" destOrd="0" presId="urn:microsoft.com/office/officeart/2005/8/layout/list1"/>
    <dgm:cxn modelId="{7A59BE73-3523-4F15-8A0A-54B6F38AE939}" type="presParOf" srcId="{E9354EC6-82BF-4E62-BC17-CBBD2F489C3B}" destId="{88AB9D8F-4CB3-4377-BC85-73C2C084D0AE}" srcOrd="2" destOrd="0" presId="urn:microsoft.com/office/officeart/2005/8/layout/list1"/>
    <dgm:cxn modelId="{26082F50-90AA-4332-B311-2FE7C4F18FE6}" type="presParOf" srcId="{E9354EC6-82BF-4E62-BC17-CBBD2F489C3B}" destId="{51AAA393-B1F0-4E98-9EA6-6F28CD45C412}" srcOrd="3" destOrd="0" presId="urn:microsoft.com/office/officeart/2005/8/layout/list1"/>
    <dgm:cxn modelId="{7D2F884C-9194-4791-9467-711D801CE33F}" type="presParOf" srcId="{E9354EC6-82BF-4E62-BC17-CBBD2F489C3B}" destId="{202737A4-C841-4055-8BB0-4458BAACAB28}" srcOrd="4" destOrd="0" presId="urn:microsoft.com/office/officeart/2005/8/layout/list1"/>
    <dgm:cxn modelId="{CC55A7D0-21A6-48EC-826E-EDC5F7D1846B}" type="presParOf" srcId="{202737A4-C841-4055-8BB0-4458BAACAB28}" destId="{0D1BEB28-0398-4266-894B-3893FC4650C0}" srcOrd="0" destOrd="0" presId="urn:microsoft.com/office/officeart/2005/8/layout/list1"/>
    <dgm:cxn modelId="{5E20613F-5FBC-4AB6-85C7-EBFD13B41AA9}" type="presParOf" srcId="{202737A4-C841-4055-8BB0-4458BAACAB28}" destId="{C2A48F04-8A23-41FA-92F1-9726380ED731}" srcOrd="1" destOrd="0" presId="urn:microsoft.com/office/officeart/2005/8/layout/list1"/>
    <dgm:cxn modelId="{6D6186E6-7FDD-4674-8FE8-5F6148240E52}" type="presParOf" srcId="{E9354EC6-82BF-4E62-BC17-CBBD2F489C3B}" destId="{F02E9A60-C837-4EB4-A46B-5EFF4A6657ED}" srcOrd="5" destOrd="0" presId="urn:microsoft.com/office/officeart/2005/8/layout/list1"/>
    <dgm:cxn modelId="{F9765358-0A58-4D93-89D5-C0FE2E3FF4F9}" type="presParOf" srcId="{E9354EC6-82BF-4E62-BC17-CBBD2F489C3B}" destId="{2846EA32-1554-427B-A6E7-C63A55E74D80}" srcOrd="6" destOrd="0" presId="urn:microsoft.com/office/officeart/2005/8/layout/list1"/>
    <dgm:cxn modelId="{456211D8-DACA-4B02-9AA4-B51EBAB65B52}" type="presParOf" srcId="{E9354EC6-82BF-4E62-BC17-CBBD2F489C3B}" destId="{7F98DC96-D546-431F-9291-975CF0AE9FA9}" srcOrd="7" destOrd="0" presId="urn:microsoft.com/office/officeart/2005/8/layout/list1"/>
    <dgm:cxn modelId="{374D9997-23CF-4625-9A3A-77A59C22E6A5}" type="presParOf" srcId="{E9354EC6-82BF-4E62-BC17-CBBD2F489C3B}" destId="{C74E207A-E2EE-4FCD-AC53-85188A50E80F}" srcOrd="8" destOrd="0" presId="urn:microsoft.com/office/officeart/2005/8/layout/list1"/>
    <dgm:cxn modelId="{49D59121-4507-42C2-85A4-705A23817DD7}" type="presParOf" srcId="{C74E207A-E2EE-4FCD-AC53-85188A50E80F}" destId="{09EFECFB-38C8-4065-BABB-E588AB8B72F9}" srcOrd="0" destOrd="0" presId="urn:microsoft.com/office/officeart/2005/8/layout/list1"/>
    <dgm:cxn modelId="{416DC2BE-27AA-4924-A005-64FBD5CB3A06}" type="presParOf" srcId="{C74E207A-E2EE-4FCD-AC53-85188A50E80F}" destId="{F3521FFF-9F7F-4DC3-BB10-A09B72A400E3}" srcOrd="1" destOrd="0" presId="urn:microsoft.com/office/officeart/2005/8/layout/list1"/>
    <dgm:cxn modelId="{3A51EA3B-2F01-4BBB-B970-E5F032F0DFC9}" type="presParOf" srcId="{E9354EC6-82BF-4E62-BC17-CBBD2F489C3B}" destId="{8589569D-F908-4567-9446-A0E3CC554324}" srcOrd="9" destOrd="0" presId="urn:microsoft.com/office/officeart/2005/8/layout/list1"/>
    <dgm:cxn modelId="{1F89BABD-06C5-4FC8-9EB1-DC418A778E40}" type="presParOf" srcId="{E9354EC6-82BF-4E62-BC17-CBBD2F489C3B}" destId="{2F62DCB0-628A-4561-A19A-E227102C4BBF}" srcOrd="10" destOrd="0" presId="urn:microsoft.com/office/officeart/2005/8/layout/list1"/>
    <dgm:cxn modelId="{D334E201-5529-4444-B026-BC5427E248EC}" type="presParOf" srcId="{E9354EC6-82BF-4E62-BC17-CBBD2F489C3B}" destId="{1C3423E3-699E-42E3-BDDB-55A76C73A787}" srcOrd="11" destOrd="0" presId="urn:microsoft.com/office/officeart/2005/8/layout/list1"/>
    <dgm:cxn modelId="{CC15482A-5917-43DC-AE82-B0AD93A37874}" type="presParOf" srcId="{E9354EC6-82BF-4E62-BC17-CBBD2F489C3B}" destId="{6EDE5069-5B21-41E0-A4E4-E08BF55C46C1}" srcOrd="12" destOrd="0" presId="urn:microsoft.com/office/officeart/2005/8/layout/list1"/>
    <dgm:cxn modelId="{BE656431-64D1-4B18-A4AD-D1BF6A784ADB}" type="presParOf" srcId="{6EDE5069-5B21-41E0-A4E4-E08BF55C46C1}" destId="{55BB5314-0757-445A-8C2D-C3D3B9513437}" srcOrd="0" destOrd="0" presId="urn:microsoft.com/office/officeart/2005/8/layout/list1"/>
    <dgm:cxn modelId="{CA662599-3CE2-4D79-8FB1-A7984ABC47BF}" type="presParOf" srcId="{6EDE5069-5B21-41E0-A4E4-E08BF55C46C1}" destId="{6FDDB65A-3AE5-43AE-99F7-99CD6AC2ED55}" srcOrd="1" destOrd="0" presId="urn:microsoft.com/office/officeart/2005/8/layout/list1"/>
    <dgm:cxn modelId="{FBB5DFA7-7791-48F1-9BED-BFBDB35A89DA}" type="presParOf" srcId="{E9354EC6-82BF-4E62-BC17-CBBD2F489C3B}" destId="{450EC79D-7363-4295-ADEB-6A2602290002}" srcOrd="13" destOrd="0" presId="urn:microsoft.com/office/officeart/2005/8/layout/list1"/>
    <dgm:cxn modelId="{037A891A-B6C3-4A17-A7A2-A75EB92BCEED}" type="presParOf" srcId="{E9354EC6-82BF-4E62-BC17-CBBD2F489C3B}" destId="{10BDE0A4-CF59-475C-8648-2645DA32EAD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7A5A99-F5BD-4354-B9D3-198D5EA31B1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5800B52-D80C-45B0-9A2B-7C1332817FB6}">
      <dgm:prSet phldrT="[Text]"/>
      <dgm:spPr/>
      <dgm:t>
        <a:bodyPr/>
        <a:lstStyle/>
        <a:p>
          <a:r>
            <a:rPr lang="en-US" dirty="0"/>
            <a:t>Cost Control</a:t>
          </a:r>
        </a:p>
      </dgm:t>
    </dgm:pt>
    <dgm:pt modelId="{B2CAD24C-E7BC-4812-A81C-D25BA1F4DFC5}" type="parTrans" cxnId="{8C9C4B75-A6A9-407F-BB24-20B24BB8E916}">
      <dgm:prSet/>
      <dgm:spPr/>
      <dgm:t>
        <a:bodyPr/>
        <a:lstStyle/>
        <a:p>
          <a:endParaRPr lang="en-US"/>
        </a:p>
      </dgm:t>
    </dgm:pt>
    <dgm:pt modelId="{3E116179-7AD6-41DB-AD8D-F4AD38DF096E}" type="sibTrans" cxnId="{8C9C4B75-A6A9-407F-BB24-20B24BB8E916}">
      <dgm:prSet/>
      <dgm:spPr/>
      <dgm:t>
        <a:bodyPr/>
        <a:lstStyle/>
        <a:p>
          <a:endParaRPr lang="en-US"/>
        </a:p>
      </dgm:t>
    </dgm:pt>
    <dgm:pt modelId="{703916A3-D424-4CC5-97D8-B58B74DC305C}">
      <dgm:prSet phldrT="[Text]"/>
      <dgm:spPr/>
      <dgm:t>
        <a:bodyPr/>
        <a:lstStyle/>
        <a:p>
          <a:r>
            <a:rPr lang="en-US" dirty="0"/>
            <a:t>Cluster Pools</a:t>
          </a:r>
        </a:p>
      </dgm:t>
    </dgm:pt>
    <dgm:pt modelId="{12712AE5-3AF0-4BE1-8840-F72F05F63D54}" type="parTrans" cxnId="{4D019F17-686E-4584-95B6-3C04B13869E8}">
      <dgm:prSet/>
      <dgm:spPr/>
      <dgm:t>
        <a:bodyPr/>
        <a:lstStyle/>
        <a:p>
          <a:endParaRPr lang="en-US"/>
        </a:p>
      </dgm:t>
    </dgm:pt>
    <dgm:pt modelId="{642CDCAE-D5F3-4A74-B496-23FD5379A1B1}" type="sibTrans" cxnId="{4D019F17-686E-4584-95B6-3C04B13869E8}">
      <dgm:prSet/>
      <dgm:spPr/>
      <dgm:t>
        <a:bodyPr/>
        <a:lstStyle/>
        <a:p>
          <a:endParaRPr lang="en-US"/>
        </a:p>
      </dgm:t>
    </dgm:pt>
    <dgm:pt modelId="{74C8DEC7-79AB-478D-B7E2-EDDF24287F9E}">
      <dgm:prSet phldrT="[Text]"/>
      <dgm:spPr/>
      <dgm:t>
        <a:bodyPr/>
        <a:lstStyle/>
        <a:p>
          <a:r>
            <a:rPr lang="en-US" dirty="0"/>
            <a:t>Cluster Policy</a:t>
          </a:r>
        </a:p>
      </dgm:t>
    </dgm:pt>
    <dgm:pt modelId="{D4E7E564-A93C-49E6-8DDC-857525636B85}" type="parTrans" cxnId="{23F1D0AB-5B45-4C14-B0B0-C81D2E9BF6C1}">
      <dgm:prSet/>
      <dgm:spPr/>
      <dgm:t>
        <a:bodyPr/>
        <a:lstStyle/>
        <a:p>
          <a:endParaRPr lang="en-US"/>
        </a:p>
      </dgm:t>
    </dgm:pt>
    <dgm:pt modelId="{AFD48068-9DA9-4584-989F-734FE19C55DA}" type="sibTrans" cxnId="{23F1D0AB-5B45-4C14-B0B0-C81D2E9BF6C1}">
      <dgm:prSet/>
      <dgm:spPr/>
      <dgm:t>
        <a:bodyPr/>
        <a:lstStyle/>
        <a:p>
          <a:endParaRPr lang="en-US"/>
        </a:p>
      </dgm:t>
    </dgm:pt>
    <dgm:pt modelId="{7EB2C449-562E-48E9-A2A6-32A01FE65AE8}">
      <dgm:prSet/>
      <dgm:spPr/>
      <dgm:t>
        <a:bodyPr/>
        <a:lstStyle/>
        <a:p>
          <a:endParaRPr lang="en-US"/>
        </a:p>
      </dgm:t>
    </dgm:pt>
    <dgm:pt modelId="{2EFC4626-2EB6-43EB-89A8-E0A22EA1AB6C}" type="parTrans" cxnId="{B0E03FBE-3C8D-4720-A1DA-E28A3F9B36E6}">
      <dgm:prSet/>
      <dgm:spPr/>
      <dgm:t>
        <a:bodyPr/>
        <a:lstStyle/>
        <a:p>
          <a:endParaRPr lang="en-US"/>
        </a:p>
      </dgm:t>
    </dgm:pt>
    <dgm:pt modelId="{E2BD7B5B-97F8-44CE-B451-DC0FBCF0934E}" type="sibTrans" cxnId="{B0E03FBE-3C8D-4720-A1DA-E28A3F9B36E6}">
      <dgm:prSet/>
      <dgm:spPr/>
      <dgm:t>
        <a:bodyPr/>
        <a:lstStyle/>
        <a:p>
          <a:endParaRPr lang="en-US"/>
        </a:p>
      </dgm:t>
    </dgm:pt>
    <dgm:pt modelId="{E9354EC6-82BF-4E62-BC17-CBBD2F489C3B}" type="pres">
      <dgm:prSet presAssocID="{897A5A99-F5BD-4354-B9D3-198D5EA31B15}" presName="linear" presStyleCnt="0">
        <dgm:presLayoutVars>
          <dgm:dir/>
          <dgm:animLvl val="lvl"/>
          <dgm:resizeHandles val="exact"/>
        </dgm:presLayoutVars>
      </dgm:prSet>
      <dgm:spPr/>
    </dgm:pt>
    <dgm:pt modelId="{F56459B1-CF45-4325-B4FF-38F35BD30594}" type="pres">
      <dgm:prSet presAssocID="{7EB2C449-562E-48E9-A2A6-32A01FE65AE8}" presName="parentLin" presStyleCnt="0"/>
      <dgm:spPr/>
    </dgm:pt>
    <dgm:pt modelId="{2D7E4ECD-6BEC-470E-BB6E-DC2C39764E93}" type="pres">
      <dgm:prSet presAssocID="{7EB2C449-562E-48E9-A2A6-32A01FE65AE8}" presName="parentLeftMargin" presStyleLbl="node1" presStyleIdx="0" presStyleCnt="4"/>
      <dgm:spPr/>
    </dgm:pt>
    <dgm:pt modelId="{FD5C519F-DA7A-4C5D-B729-82A258A779DF}" type="pres">
      <dgm:prSet presAssocID="{7EB2C449-562E-48E9-A2A6-32A01FE65AE8}" presName="parentText" presStyleLbl="node1" presStyleIdx="0" presStyleCnt="4">
        <dgm:presLayoutVars>
          <dgm:chMax val="0"/>
          <dgm:bulletEnabled val="1"/>
        </dgm:presLayoutVars>
      </dgm:prSet>
      <dgm:spPr/>
    </dgm:pt>
    <dgm:pt modelId="{94C3A624-CD31-4B7E-BBDC-60CC0B32B4D9}" type="pres">
      <dgm:prSet presAssocID="{7EB2C449-562E-48E9-A2A6-32A01FE65AE8}" presName="negativeSpace" presStyleCnt="0"/>
      <dgm:spPr/>
    </dgm:pt>
    <dgm:pt modelId="{88AB9D8F-4CB3-4377-BC85-73C2C084D0AE}" type="pres">
      <dgm:prSet presAssocID="{7EB2C449-562E-48E9-A2A6-32A01FE65AE8}" presName="childText" presStyleLbl="conFgAcc1" presStyleIdx="0" presStyleCnt="4">
        <dgm:presLayoutVars>
          <dgm:bulletEnabled val="1"/>
        </dgm:presLayoutVars>
      </dgm:prSet>
      <dgm:spPr/>
    </dgm:pt>
    <dgm:pt modelId="{51AAA393-B1F0-4E98-9EA6-6F28CD45C412}" type="pres">
      <dgm:prSet presAssocID="{E2BD7B5B-97F8-44CE-B451-DC0FBCF0934E}" presName="spaceBetweenRectangles" presStyleCnt="0"/>
      <dgm:spPr/>
    </dgm:pt>
    <dgm:pt modelId="{202737A4-C841-4055-8BB0-4458BAACAB28}" type="pres">
      <dgm:prSet presAssocID="{A5800B52-D80C-45B0-9A2B-7C1332817FB6}" presName="parentLin" presStyleCnt="0"/>
      <dgm:spPr/>
    </dgm:pt>
    <dgm:pt modelId="{0D1BEB28-0398-4266-894B-3893FC4650C0}" type="pres">
      <dgm:prSet presAssocID="{A5800B52-D80C-45B0-9A2B-7C1332817FB6}" presName="parentLeftMargin" presStyleLbl="node1" presStyleIdx="0" presStyleCnt="4"/>
      <dgm:spPr/>
    </dgm:pt>
    <dgm:pt modelId="{C2A48F04-8A23-41FA-92F1-9726380ED731}" type="pres">
      <dgm:prSet presAssocID="{A5800B52-D80C-45B0-9A2B-7C1332817FB6}" presName="parentText" presStyleLbl="node1" presStyleIdx="1" presStyleCnt="4">
        <dgm:presLayoutVars>
          <dgm:chMax val="0"/>
          <dgm:bulletEnabled val="1"/>
        </dgm:presLayoutVars>
      </dgm:prSet>
      <dgm:spPr/>
    </dgm:pt>
    <dgm:pt modelId="{F02E9A60-C837-4EB4-A46B-5EFF4A6657ED}" type="pres">
      <dgm:prSet presAssocID="{A5800B52-D80C-45B0-9A2B-7C1332817FB6}" presName="negativeSpace" presStyleCnt="0"/>
      <dgm:spPr/>
    </dgm:pt>
    <dgm:pt modelId="{2846EA32-1554-427B-A6E7-C63A55E74D80}" type="pres">
      <dgm:prSet presAssocID="{A5800B52-D80C-45B0-9A2B-7C1332817FB6}" presName="childText" presStyleLbl="conFgAcc1" presStyleIdx="1" presStyleCnt="4">
        <dgm:presLayoutVars>
          <dgm:bulletEnabled val="1"/>
        </dgm:presLayoutVars>
      </dgm:prSet>
      <dgm:spPr/>
    </dgm:pt>
    <dgm:pt modelId="{7F98DC96-D546-431F-9291-975CF0AE9FA9}" type="pres">
      <dgm:prSet presAssocID="{3E116179-7AD6-41DB-AD8D-F4AD38DF096E}" presName="spaceBetweenRectangles" presStyleCnt="0"/>
      <dgm:spPr/>
    </dgm:pt>
    <dgm:pt modelId="{C74E207A-E2EE-4FCD-AC53-85188A50E80F}" type="pres">
      <dgm:prSet presAssocID="{703916A3-D424-4CC5-97D8-B58B74DC305C}" presName="parentLin" presStyleCnt="0"/>
      <dgm:spPr/>
    </dgm:pt>
    <dgm:pt modelId="{09EFECFB-38C8-4065-BABB-E588AB8B72F9}" type="pres">
      <dgm:prSet presAssocID="{703916A3-D424-4CC5-97D8-B58B74DC305C}" presName="parentLeftMargin" presStyleLbl="node1" presStyleIdx="1" presStyleCnt="4"/>
      <dgm:spPr/>
    </dgm:pt>
    <dgm:pt modelId="{F3521FFF-9F7F-4DC3-BB10-A09B72A400E3}" type="pres">
      <dgm:prSet presAssocID="{703916A3-D424-4CC5-97D8-B58B74DC305C}" presName="parentText" presStyleLbl="node1" presStyleIdx="2" presStyleCnt="4">
        <dgm:presLayoutVars>
          <dgm:chMax val="0"/>
          <dgm:bulletEnabled val="1"/>
        </dgm:presLayoutVars>
      </dgm:prSet>
      <dgm:spPr/>
    </dgm:pt>
    <dgm:pt modelId="{8589569D-F908-4567-9446-A0E3CC554324}" type="pres">
      <dgm:prSet presAssocID="{703916A3-D424-4CC5-97D8-B58B74DC305C}" presName="negativeSpace" presStyleCnt="0"/>
      <dgm:spPr/>
    </dgm:pt>
    <dgm:pt modelId="{2F62DCB0-628A-4561-A19A-E227102C4BBF}" type="pres">
      <dgm:prSet presAssocID="{703916A3-D424-4CC5-97D8-B58B74DC305C}" presName="childText" presStyleLbl="conFgAcc1" presStyleIdx="2" presStyleCnt="4">
        <dgm:presLayoutVars>
          <dgm:bulletEnabled val="1"/>
        </dgm:presLayoutVars>
      </dgm:prSet>
      <dgm:spPr/>
    </dgm:pt>
    <dgm:pt modelId="{1C3423E3-699E-42E3-BDDB-55A76C73A787}" type="pres">
      <dgm:prSet presAssocID="{642CDCAE-D5F3-4A74-B496-23FD5379A1B1}" presName="spaceBetweenRectangles" presStyleCnt="0"/>
      <dgm:spPr/>
    </dgm:pt>
    <dgm:pt modelId="{6EDE5069-5B21-41E0-A4E4-E08BF55C46C1}" type="pres">
      <dgm:prSet presAssocID="{74C8DEC7-79AB-478D-B7E2-EDDF24287F9E}" presName="parentLin" presStyleCnt="0"/>
      <dgm:spPr/>
    </dgm:pt>
    <dgm:pt modelId="{55BB5314-0757-445A-8C2D-C3D3B9513437}" type="pres">
      <dgm:prSet presAssocID="{74C8DEC7-79AB-478D-B7E2-EDDF24287F9E}" presName="parentLeftMargin" presStyleLbl="node1" presStyleIdx="2" presStyleCnt="4"/>
      <dgm:spPr/>
    </dgm:pt>
    <dgm:pt modelId="{6FDDB65A-3AE5-43AE-99F7-99CD6AC2ED55}" type="pres">
      <dgm:prSet presAssocID="{74C8DEC7-79AB-478D-B7E2-EDDF24287F9E}" presName="parentText" presStyleLbl="node1" presStyleIdx="3" presStyleCnt="4">
        <dgm:presLayoutVars>
          <dgm:chMax val="0"/>
          <dgm:bulletEnabled val="1"/>
        </dgm:presLayoutVars>
      </dgm:prSet>
      <dgm:spPr/>
    </dgm:pt>
    <dgm:pt modelId="{450EC79D-7363-4295-ADEB-6A2602290002}" type="pres">
      <dgm:prSet presAssocID="{74C8DEC7-79AB-478D-B7E2-EDDF24287F9E}" presName="negativeSpace" presStyleCnt="0"/>
      <dgm:spPr/>
    </dgm:pt>
    <dgm:pt modelId="{10BDE0A4-CF59-475C-8648-2645DA32EADA}" type="pres">
      <dgm:prSet presAssocID="{74C8DEC7-79AB-478D-B7E2-EDDF24287F9E}" presName="childText" presStyleLbl="conFgAcc1" presStyleIdx="3" presStyleCnt="4">
        <dgm:presLayoutVars>
          <dgm:bulletEnabled val="1"/>
        </dgm:presLayoutVars>
      </dgm:prSet>
      <dgm:spPr/>
    </dgm:pt>
  </dgm:ptLst>
  <dgm:cxnLst>
    <dgm:cxn modelId="{A4FD3A14-7943-4AAC-A50D-CC58F1467EA3}" type="presOf" srcId="{703916A3-D424-4CC5-97D8-B58B74DC305C}" destId="{09EFECFB-38C8-4065-BABB-E588AB8B72F9}" srcOrd="0" destOrd="0" presId="urn:microsoft.com/office/officeart/2005/8/layout/list1"/>
    <dgm:cxn modelId="{4D019F17-686E-4584-95B6-3C04B13869E8}" srcId="{897A5A99-F5BD-4354-B9D3-198D5EA31B15}" destId="{703916A3-D424-4CC5-97D8-B58B74DC305C}" srcOrd="2" destOrd="0" parTransId="{12712AE5-3AF0-4BE1-8840-F72F05F63D54}" sibTransId="{642CDCAE-D5F3-4A74-B496-23FD5379A1B1}"/>
    <dgm:cxn modelId="{77C7DB1A-F2FB-4F23-923A-50D3880851E7}" type="presOf" srcId="{703916A3-D424-4CC5-97D8-B58B74DC305C}" destId="{F3521FFF-9F7F-4DC3-BB10-A09B72A400E3}" srcOrd="1" destOrd="0" presId="urn:microsoft.com/office/officeart/2005/8/layout/list1"/>
    <dgm:cxn modelId="{6B142E47-98AF-452A-8454-76F634A9B591}" type="presOf" srcId="{74C8DEC7-79AB-478D-B7E2-EDDF24287F9E}" destId="{55BB5314-0757-445A-8C2D-C3D3B9513437}" srcOrd="0" destOrd="0" presId="urn:microsoft.com/office/officeart/2005/8/layout/list1"/>
    <dgm:cxn modelId="{6882D54F-F686-4385-A4EB-D617AA8F2A90}" type="presOf" srcId="{A5800B52-D80C-45B0-9A2B-7C1332817FB6}" destId="{0D1BEB28-0398-4266-894B-3893FC4650C0}" srcOrd="0" destOrd="0" presId="urn:microsoft.com/office/officeart/2005/8/layout/list1"/>
    <dgm:cxn modelId="{8C9C4B75-A6A9-407F-BB24-20B24BB8E916}" srcId="{897A5A99-F5BD-4354-B9D3-198D5EA31B15}" destId="{A5800B52-D80C-45B0-9A2B-7C1332817FB6}" srcOrd="1" destOrd="0" parTransId="{B2CAD24C-E7BC-4812-A81C-D25BA1F4DFC5}" sibTransId="{3E116179-7AD6-41DB-AD8D-F4AD38DF096E}"/>
    <dgm:cxn modelId="{ADC9AA7B-F42C-4759-ACF5-848D5CE37F32}" type="presOf" srcId="{7EB2C449-562E-48E9-A2A6-32A01FE65AE8}" destId="{FD5C519F-DA7A-4C5D-B729-82A258A779DF}" srcOrd="1" destOrd="0" presId="urn:microsoft.com/office/officeart/2005/8/layout/list1"/>
    <dgm:cxn modelId="{23F1D0AB-5B45-4C14-B0B0-C81D2E9BF6C1}" srcId="{897A5A99-F5BD-4354-B9D3-198D5EA31B15}" destId="{74C8DEC7-79AB-478D-B7E2-EDDF24287F9E}" srcOrd="3" destOrd="0" parTransId="{D4E7E564-A93C-49E6-8DDC-857525636B85}" sibTransId="{AFD48068-9DA9-4584-989F-734FE19C55DA}"/>
    <dgm:cxn modelId="{C56DC7B4-A4FB-482F-8812-8375C05848D8}" type="presOf" srcId="{897A5A99-F5BD-4354-B9D3-198D5EA31B15}" destId="{E9354EC6-82BF-4E62-BC17-CBBD2F489C3B}" srcOrd="0" destOrd="0" presId="urn:microsoft.com/office/officeart/2005/8/layout/list1"/>
    <dgm:cxn modelId="{B0E03FBE-3C8D-4720-A1DA-E28A3F9B36E6}" srcId="{897A5A99-F5BD-4354-B9D3-198D5EA31B15}" destId="{7EB2C449-562E-48E9-A2A6-32A01FE65AE8}" srcOrd="0" destOrd="0" parTransId="{2EFC4626-2EB6-43EB-89A8-E0A22EA1AB6C}" sibTransId="{E2BD7B5B-97F8-44CE-B451-DC0FBCF0934E}"/>
    <dgm:cxn modelId="{F6DAF9E0-149E-4D26-9C65-57CE42543840}" type="presOf" srcId="{7EB2C449-562E-48E9-A2A6-32A01FE65AE8}" destId="{2D7E4ECD-6BEC-470E-BB6E-DC2C39764E93}" srcOrd="0" destOrd="0" presId="urn:microsoft.com/office/officeart/2005/8/layout/list1"/>
    <dgm:cxn modelId="{D598B1EF-27E4-4BC3-8C53-46E5C037CAC1}" type="presOf" srcId="{74C8DEC7-79AB-478D-B7E2-EDDF24287F9E}" destId="{6FDDB65A-3AE5-43AE-99F7-99CD6AC2ED55}" srcOrd="1" destOrd="0" presId="urn:microsoft.com/office/officeart/2005/8/layout/list1"/>
    <dgm:cxn modelId="{19B152F0-3BD3-4451-9313-7724736DD8EB}" type="presOf" srcId="{A5800B52-D80C-45B0-9A2B-7C1332817FB6}" destId="{C2A48F04-8A23-41FA-92F1-9726380ED731}" srcOrd="1" destOrd="0" presId="urn:microsoft.com/office/officeart/2005/8/layout/list1"/>
    <dgm:cxn modelId="{745DEE5F-3377-435F-8D70-7E0658AE0867}" type="presParOf" srcId="{E9354EC6-82BF-4E62-BC17-CBBD2F489C3B}" destId="{F56459B1-CF45-4325-B4FF-38F35BD30594}" srcOrd="0" destOrd="0" presId="urn:microsoft.com/office/officeart/2005/8/layout/list1"/>
    <dgm:cxn modelId="{4BE8AC2F-14BC-446B-BD12-A24559D13098}" type="presParOf" srcId="{F56459B1-CF45-4325-B4FF-38F35BD30594}" destId="{2D7E4ECD-6BEC-470E-BB6E-DC2C39764E93}" srcOrd="0" destOrd="0" presId="urn:microsoft.com/office/officeart/2005/8/layout/list1"/>
    <dgm:cxn modelId="{44C058D1-536A-4699-834D-8443D1BAA185}" type="presParOf" srcId="{F56459B1-CF45-4325-B4FF-38F35BD30594}" destId="{FD5C519F-DA7A-4C5D-B729-82A258A779DF}" srcOrd="1" destOrd="0" presId="urn:microsoft.com/office/officeart/2005/8/layout/list1"/>
    <dgm:cxn modelId="{EFEAD5C6-872C-4CF0-996B-1D1BEC5CA6AF}" type="presParOf" srcId="{E9354EC6-82BF-4E62-BC17-CBBD2F489C3B}" destId="{94C3A624-CD31-4B7E-BBDC-60CC0B32B4D9}" srcOrd="1" destOrd="0" presId="urn:microsoft.com/office/officeart/2005/8/layout/list1"/>
    <dgm:cxn modelId="{7A59BE73-3523-4F15-8A0A-54B6F38AE939}" type="presParOf" srcId="{E9354EC6-82BF-4E62-BC17-CBBD2F489C3B}" destId="{88AB9D8F-4CB3-4377-BC85-73C2C084D0AE}" srcOrd="2" destOrd="0" presId="urn:microsoft.com/office/officeart/2005/8/layout/list1"/>
    <dgm:cxn modelId="{26082F50-90AA-4332-B311-2FE7C4F18FE6}" type="presParOf" srcId="{E9354EC6-82BF-4E62-BC17-CBBD2F489C3B}" destId="{51AAA393-B1F0-4E98-9EA6-6F28CD45C412}" srcOrd="3" destOrd="0" presId="urn:microsoft.com/office/officeart/2005/8/layout/list1"/>
    <dgm:cxn modelId="{7D2F884C-9194-4791-9467-711D801CE33F}" type="presParOf" srcId="{E9354EC6-82BF-4E62-BC17-CBBD2F489C3B}" destId="{202737A4-C841-4055-8BB0-4458BAACAB28}" srcOrd="4" destOrd="0" presId="urn:microsoft.com/office/officeart/2005/8/layout/list1"/>
    <dgm:cxn modelId="{CC55A7D0-21A6-48EC-826E-EDC5F7D1846B}" type="presParOf" srcId="{202737A4-C841-4055-8BB0-4458BAACAB28}" destId="{0D1BEB28-0398-4266-894B-3893FC4650C0}" srcOrd="0" destOrd="0" presId="urn:microsoft.com/office/officeart/2005/8/layout/list1"/>
    <dgm:cxn modelId="{5E20613F-5FBC-4AB6-85C7-EBFD13B41AA9}" type="presParOf" srcId="{202737A4-C841-4055-8BB0-4458BAACAB28}" destId="{C2A48F04-8A23-41FA-92F1-9726380ED731}" srcOrd="1" destOrd="0" presId="urn:microsoft.com/office/officeart/2005/8/layout/list1"/>
    <dgm:cxn modelId="{6D6186E6-7FDD-4674-8FE8-5F6148240E52}" type="presParOf" srcId="{E9354EC6-82BF-4E62-BC17-CBBD2F489C3B}" destId="{F02E9A60-C837-4EB4-A46B-5EFF4A6657ED}" srcOrd="5" destOrd="0" presId="urn:microsoft.com/office/officeart/2005/8/layout/list1"/>
    <dgm:cxn modelId="{F9765358-0A58-4D93-89D5-C0FE2E3FF4F9}" type="presParOf" srcId="{E9354EC6-82BF-4E62-BC17-CBBD2F489C3B}" destId="{2846EA32-1554-427B-A6E7-C63A55E74D80}" srcOrd="6" destOrd="0" presId="urn:microsoft.com/office/officeart/2005/8/layout/list1"/>
    <dgm:cxn modelId="{456211D8-DACA-4B02-9AA4-B51EBAB65B52}" type="presParOf" srcId="{E9354EC6-82BF-4E62-BC17-CBBD2F489C3B}" destId="{7F98DC96-D546-431F-9291-975CF0AE9FA9}" srcOrd="7" destOrd="0" presId="urn:microsoft.com/office/officeart/2005/8/layout/list1"/>
    <dgm:cxn modelId="{374D9997-23CF-4625-9A3A-77A59C22E6A5}" type="presParOf" srcId="{E9354EC6-82BF-4E62-BC17-CBBD2F489C3B}" destId="{C74E207A-E2EE-4FCD-AC53-85188A50E80F}" srcOrd="8" destOrd="0" presId="urn:microsoft.com/office/officeart/2005/8/layout/list1"/>
    <dgm:cxn modelId="{49D59121-4507-42C2-85A4-705A23817DD7}" type="presParOf" srcId="{C74E207A-E2EE-4FCD-AC53-85188A50E80F}" destId="{09EFECFB-38C8-4065-BABB-E588AB8B72F9}" srcOrd="0" destOrd="0" presId="urn:microsoft.com/office/officeart/2005/8/layout/list1"/>
    <dgm:cxn modelId="{416DC2BE-27AA-4924-A005-64FBD5CB3A06}" type="presParOf" srcId="{C74E207A-E2EE-4FCD-AC53-85188A50E80F}" destId="{F3521FFF-9F7F-4DC3-BB10-A09B72A400E3}" srcOrd="1" destOrd="0" presId="urn:microsoft.com/office/officeart/2005/8/layout/list1"/>
    <dgm:cxn modelId="{3A51EA3B-2F01-4BBB-B970-E5F032F0DFC9}" type="presParOf" srcId="{E9354EC6-82BF-4E62-BC17-CBBD2F489C3B}" destId="{8589569D-F908-4567-9446-A0E3CC554324}" srcOrd="9" destOrd="0" presId="urn:microsoft.com/office/officeart/2005/8/layout/list1"/>
    <dgm:cxn modelId="{1F89BABD-06C5-4FC8-9EB1-DC418A778E40}" type="presParOf" srcId="{E9354EC6-82BF-4E62-BC17-CBBD2F489C3B}" destId="{2F62DCB0-628A-4561-A19A-E227102C4BBF}" srcOrd="10" destOrd="0" presId="urn:microsoft.com/office/officeart/2005/8/layout/list1"/>
    <dgm:cxn modelId="{D334E201-5529-4444-B026-BC5427E248EC}" type="presParOf" srcId="{E9354EC6-82BF-4E62-BC17-CBBD2F489C3B}" destId="{1C3423E3-699E-42E3-BDDB-55A76C73A787}" srcOrd="11" destOrd="0" presId="urn:microsoft.com/office/officeart/2005/8/layout/list1"/>
    <dgm:cxn modelId="{CC15482A-5917-43DC-AE82-B0AD93A37874}" type="presParOf" srcId="{E9354EC6-82BF-4E62-BC17-CBBD2F489C3B}" destId="{6EDE5069-5B21-41E0-A4E4-E08BF55C46C1}" srcOrd="12" destOrd="0" presId="urn:microsoft.com/office/officeart/2005/8/layout/list1"/>
    <dgm:cxn modelId="{BE656431-64D1-4B18-A4AD-D1BF6A784ADB}" type="presParOf" srcId="{6EDE5069-5B21-41E0-A4E4-E08BF55C46C1}" destId="{55BB5314-0757-445A-8C2D-C3D3B9513437}" srcOrd="0" destOrd="0" presId="urn:microsoft.com/office/officeart/2005/8/layout/list1"/>
    <dgm:cxn modelId="{CA662599-3CE2-4D79-8FB1-A7984ABC47BF}" type="presParOf" srcId="{6EDE5069-5B21-41E0-A4E4-E08BF55C46C1}" destId="{6FDDB65A-3AE5-43AE-99F7-99CD6AC2ED55}" srcOrd="1" destOrd="0" presId="urn:microsoft.com/office/officeart/2005/8/layout/list1"/>
    <dgm:cxn modelId="{FBB5DFA7-7791-48F1-9BED-BFBDB35A89DA}" type="presParOf" srcId="{E9354EC6-82BF-4E62-BC17-CBBD2F489C3B}" destId="{450EC79D-7363-4295-ADEB-6A2602290002}" srcOrd="13" destOrd="0" presId="urn:microsoft.com/office/officeart/2005/8/layout/list1"/>
    <dgm:cxn modelId="{037A891A-B6C3-4A17-A7A2-A75EB92BCEED}" type="presParOf" srcId="{E9354EC6-82BF-4E62-BC17-CBBD2F489C3B}" destId="{10BDE0A4-CF59-475C-8648-2645DA32EADA}" srcOrd="14"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040A0B8-1A79-4F1F-AB08-1DB3F4A61E7E}"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FD5784E0-0DC2-4CC7-B905-3FB8C2A6D8FE}">
      <dgm:prSet phldrT="[Text]"/>
      <dgm:spPr/>
      <dgm:t>
        <a:bodyPr/>
        <a:lstStyle/>
        <a:p>
          <a:r>
            <a:rPr lang="en-US" dirty="0"/>
            <a:t>Databricks Runtime</a:t>
          </a:r>
        </a:p>
      </dgm:t>
    </dgm:pt>
    <dgm:pt modelId="{4CF6F4C3-9FD0-4171-AADC-BEC943EF40ED}" type="parTrans" cxnId="{C06489BF-8E65-4A1D-93DA-D07C3985DB75}">
      <dgm:prSet/>
      <dgm:spPr/>
      <dgm:t>
        <a:bodyPr/>
        <a:lstStyle/>
        <a:p>
          <a:endParaRPr lang="en-US"/>
        </a:p>
      </dgm:t>
    </dgm:pt>
    <dgm:pt modelId="{54174337-3688-4351-B143-DA3159054810}" type="sibTrans" cxnId="{C06489BF-8E65-4A1D-93DA-D07C3985DB75}">
      <dgm:prSet/>
      <dgm:spPr/>
      <dgm:t>
        <a:bodyPr/>
        <a:lstStyle/>
        <a:p>
          <a:endParaRPr lang="en-US"/>
        </a:p>
      </dgm:t>
    </dgm:pt>
    <dgm:pt modelId="{6A07D3A0-BE0F-4604-A75D-8CE44C8FE18E}">
      <dgm:prSet phldrT="[Text]"/>
      <dgm:spPr/>
      <dgm:t>
        <a:bodyPr/>
        <a:lstStyle/>
        <a:p>
          <a:r>
            <a:rPr lang="en-US" dirty="0"/>
            <a:t>Optimized version of </a:t>
          </a:r>
          <a:r>
            <a:rPr lang="en-US" dirty="0" err="1"/>
            <a:t>apache</a:t>
          </a:r>
          <a:r>
            <a:rPr lang="en-US" dirty="0"/>
            <a:t> spark library. Scala, java, ubuntu, GPU, spark, </a:t>
          </a:r>
          <a:r>
            <a:rPr lang="en-US" dirty="0" err="1"/>
            <a:t>deltalake</a:t>
          </a:r>
          <a:r>
            <a:rPr lang="en-US" dirty="0"/>
            <a:t>, Python, R  Ubuntu</a:t>
          </a:r>
        </a:p>
      </dgm:t>
    </dgm:pt>
    <dgm:pt modelId="{EE42A451-AE5D-4698-BC8E-966C36F3A19F}" type="parTrans" cxnId="{A2D0AA97-F927-440F-894B-7B494350EE90}">
      <dgm:prSet/>
      <dgm:spPr/>
      <dgm:t>
        <a:bodyPr/>
        <a:lstStyle/>
        <a:p>
          <a:endParaRPr lang="en-US"/>
        </a:p>
      </dgm:t>
    </dgm:pt>
    <dgm:pt modelId="{59ECA596-1B15-40F3-9EB4-629D70BF3234}" type="sibTrans" cxnId="{A2D0AA97-F927-440F-894B-7B494350EE90}">
      <dgm:prSet/>
      <dgm:spPr/>
      <dgm:t>
        <a:bodyPr/>
        <a:lstStyle/>
        <a:p>
          <a:endParaRPr lang="en-US"/>
        </a:p>
      </dgm:t>
    </dgm:pt>
    <dgm:pt modelId="{283D744B-049E-4FBD-96FA-784A22E28E97}">
      <dgm:prSet phldrT="[Text]"/>
      <dgm:spPr/>
      <dgm:t>
        <a:bodyPr/>
        <a:lstStyle/>
        <a:p>
          <a:r>
            <a:rPr lang="en-US" dirty="0"/>
            <a:t>Databricks runtime ML</a:t>
          </a:r>
        </a:p>
      </dgm:t>
    </dgm:pt>
    <dgm:pt modelId="{2CBA0FB5-41F7-43CE-AFC5-1F6BB72ECAFE}" type="parTrans" cxnId="{90DFB9E9-0AAE-49B8-B3A4-72CE73D42C68}">
      <dgm:prSet/>
      <dgm:spPr/>
      <dgm:t>
        <a:bodyPr/>
        <a:lstStyle/>
        <a:p>
          <a:endParaRPr lang="en-US"/>
        </a:p>
      </dgm:t>
    </dgm:pt>
    <dgm:pt modelId="{535B7053-E6F3-4877-A6C5-21E98591EB38}" type="sibTrans" cxnId="{90DFB9E9-0AAE-49B8-B3A4-72CE73D42C68}">
      <dgm:prSet/>
      <dgm:spPr/>
      <dgm:t>
        <a:bodyPr/>
        <a:lstStyle/>
        <a:p>
          <a:endParaRPr lang="en-US"/>
        </a:p>
      </dgm:t>
    </dgm:pt>
    <dgm:pt modelId="{8F523C47-A6A5-42D9-9BA4-D345CF3F1FA5}">
      <dgm:prSet phldrT="[Text]"/>
      <dgm:spPr/>
      <dgm:t>
        <a:bodyPr/>
        <a:lstStyle/>
        <a:p>
          <a:r>
            <a:rPr lang="en-US" dirty="0"/>
            <a:t>ML libraries like </a:t>
          </a:r>
          <a:r>
            <a:rPr lang="en-US" dirty="0" err="1"/>
            <a:t>PyTorch</a:t>
          </a:r>
          <a:r>
            <a:rPr lang="en-US" dirty="0"/>
            <a:t>, </a:t>
          </a:r>
          <a:r>
            <a:rPr lang="en-US" dirty="0" err="1"/>
            <a:t>Keras</a:t>
          </a:r>
          <a:r>
            <a:rPr lang="en-US" dirty="0"/>
            <a:t>, </a:t>
          </a:r>
          <a:r>
            <a:rPr lang="en-US" dirty="0" err="1"/>
            <a:t>Tensorflow</a:t>
          </a:r>
          <a:r>
            <a:rPr lang="en-US" dirty="0"/>
            <a:t>, </a:t>
          </a:r>
          <a:r>
            <a:rPr lang="en-US" dirty="0" err="1"/>
            <a:t>Xgboost</a:t>
          </a:r>
          <a:r>
            <a:rPr lang="en-US" dirty="0"/>
            <a:t> </a:t>
          </a:r>
          <a:r>
            <a:rPr lang="en-US" dirty="0" err="1"/>
            <a:t>etc</a:t>
          </a:r>
          <a:endParaRPr lang="en-US" dirty="0"/>
        </a:p>
      </dgm:t>
    </dgm:pt>
    <dgm:pt modelId="{2A8D23CB-A740-46DA-9320-5D01269135F6}" type="parTrans" cxnId="{42255A31-F74C-4911-AF80-9ABA6FDF7F8B}">
      <dgm:prSet/>
      <dgm:spPr/>
      <dgm:t>
        <a:bodyPr/>
        <a:lstStyle/>
        <a:p>
          <a:endParaRPr lang="en-US"/>
        </a:p>
      </dgm:t>
    </dgm:pt>
    <dgm:pt modelId="{5F1F7CAB-E45D-484C-BC14-46B9E88C9879}" type="sibTrans" cxnId="{42255A31-F74C-4911-AF80-9ABA6FDF7F8B}">
      <dgm:prSet/>
      <dgm:spPr/>
      <dgm:t>
        <a:bodyPr/>
        <a:lstStyle/>
        <a:p>
          <a:endParaRPr lang="en-US"/>
        </a:p>
      </dgm:t>
    </dgm:pt>
    <dgm:pt modelId="{60290D11-A07C-40F8-8E9B-658E0669368E}">
      <dgm:prSet phldrT="[Text]"/>
      <dgm:spPr/>
      <dgm:t>
        <a:bodyPr/>
        <a:lstStyle/>
        <a:p>
          <a:r>
            <a:rPr lang="en-US" dirty="0"/>
            <a:t>Databrick runtime Light</a:t>
          </a:r>
        </a:p>
      </dgm:t>
    </dgm:pt>
    <dgm:pt modelId="{33AFD3BB-0F8E-4CDC-A9F8-2C1B561EE878}" type="parTrans" cxnId="{B27D736F-CE9C-4911-9F7A-94D01212ED19}">
      <dgm:prSet/>
      <dgm:spPr/>
      <dgm:t>
        <a:bodyPr/>
        <a:lstStyle/>
        <a:p>
          <a:endParaRPr lang="en-US"/>
        </a:p>
      </dgm:t>
    </dgm:pt>
    <dgm:pt modelId="{A80DA01C-E518-4717-B367-16629F8BD83D}" type="sibTrans" cxnId="{B27D736F-CE9C-4911-9F7A-94D01212ED19}">
      <dgm:prSet/>
      <dgm:spPr/>
      <dgm:t>
        <a:bodyPr/>
        <a:lstStyle/>
        <a:p>
          <a:endParaRPr lang="en-US"/>
        </a:p>
      </dgm:t>
    </dgm:pt>
    <dgm:pt modelId="{182BAE56-A4DD-44C1-9CA9-A442CB862E9E}">
      <dgm:prSet phldrT="[Text]"/>
      <dgm:spPr/>
      <dgm:t>
        <a:bodyPr/>
        <a:lstStyle/>
        <a:p>
          <a:r>
            <a:rPr lang="en-US" dirty="0"/>
            <a:t>Runtime options for only jobs not requiring advance features</a:t>
          </a:r>
        </a:p>
      </dgm:t>
    </dgm:pt>
    <dgm:pt modelId="{0F76B378-5FCE-4491-AB55-3B6A4C0D2E81}" type="parTrans" cxnId="{EE639CD1-BF7D-4823-B381-692254D98D6B}">
      <dgm:prSet/>
      <dgm:spPr/>
      <dgm:t>
        <a:bodyPr/>
        <a:lstStyle/>
        <a:p>
          <a:endParaRPr lang="en-US"/>
        </a:p>
      </dgm:t>
    </dgm:pt>
    <dgm:pt modelId="{F065B8B4-7B5D-4D3A-AEE8-6624994D3FDD}" type="sibTrans" cxnId="{EE639CD1-BF7D-4823-B381-692254D98D6B}">
      <dgm:prSet/>
      <dgm:spPr/>
      <dgm:t>
        <a:bodyPr/>
        <a:lstStyle/>
        <a:p>
          <a:endParaRPr lang="en-US"/>
        </a:p>
      </dgm:t>
    </dgm:pt>
    <dgm:pt modelId="{9B5B4AC4-9CA1-41FA-99EE-5BB24E4ED56D}">
      <dgm:prSet/>
      <dgm:spPr/>
      <dgm:t>
        <a:bodyPr/>
        <a:lstStyle/>
        <a:p>
          <a:r>
            <a:rPr lang="en-US" dirty="0"/>
            <a:t>Photon runtime</a:t>
          </a:r>
        </a:p>
      </dgm:t>
    </dgm:pt>
    <dgm:pt modelId="{FA82EB43-38B7-409C-BF73-BBC432F2CDF2}" type="parTrans" cxnId="{F042E2A2-23A0-4F5C-B5A9-9BF0538615E3}">
      <dgm:prSet/>
      <dgm:spPr/>
      <dgm:t>
        <a:bodyPr/>
        <a:lstStyle/>
        <a:p>
          <a:endParaRPr lang="en-US"/>
        </a:p>
      </dgm:t>
    </dgm:pt>
    <dgm:pt modelId="{2C77DF62-C30A-4AF9-BE04-6B4C1F84F74C}" type="sibTrans" cxnId="{F042E2A2-23A0-4F5C-B5A9-9BF0538615E3}">
      <dgm:prSet/>
      <dgm:spPr/>
      <dgm:t>
        <a:bodyPr/>
        <a:lstStyle/>
        <a:p>
          <a:endParaRPr lang="en-US"/>
        </a:p>
      </dgm:t>
    </dgm:pt>
    <dgm:pt modelId="{64BB941F-BAEE-4BFE-9DA4-B3D2013AE5EF}">
      <dgm:prSet/>
      <dgm:spPr/>
      <dgm:t>
        <a:bodyPr/>
        <a:lstStyle/>
        <a:p>
          <a:r>
            <a:rPr lang="en-US" dirty="0"/>
            <a:t>Everything from Databricks runtime, Photon engine </a:t>
          </a:r>
        </a:p>
      </dgm:t>
    </dgm:pt>
    <dgm:pt modelId="{8E5C0822-7EBF-4A1D-A666-D798E77DEEA0}" type="parTrans" cxnId="{0B367EFB-A42C-4234-A6AE-520C68E5C795}">
      <dgm:prSet/>
      <dgm:spPr/>
      <dgm:t>
        <a:bodyPr/>
        <a:lstStyle/>
        <a:p>
          <a:endParaRPr lang="en-US"/>
        </a:p>
      </dgm:t>
    </dgm:pt>
    <dgm:pt modelId="{AE1434CF-F15C-4821-B8C3-05333E37293A}" type="sibTrans" cxnId="{0B367EFB-A42C-4234-A6AE-520C68E5C795}">
      <dgm:prSet/>
      <dgm:spPr/>
      <dgm:t>
        <a:bodyPr/>
        <a:lstStyle/>
        <a:p>
          <a:endParaRPr lang="en-US"/>
        </a:p>
      </dgm:t>
    </dgm:pt>
    <dgm:pt modelId="{C3F2BBC9-559F-43A5-838E-02D71A8576D8}" type="pres">
      <dgm:prSet presAssocID="{1040A0B8-1A79-4F1F-AB08-1DB3F4A61E7E}" presName="Name0" presStyleCnt="0">
        <dgm:presLayoutVars>
          <dgm:chMax/>
          <dgm:chPref val="3"/>
          <dgm:dir/>
          <dgm:animOne val="branch"/>
          <dgm:animLvl val="lvl"/>
        </dgm:presLayoutVars>
      </dgm:prSet>
      <dgm:spPr/>
    </dgm:pt>
    <dgm:pt modelId="{702D4D62-AC03-4771-A8CC-4D583F1B0343}" type="pres">
      <dgm:prSet presAssocID="{FD5784E0-0DC2-4CC7-B905-3FB8C2A6D8FE}" presName="composite" presStyleCnt="0"/>
      <dgm:spPr/>
    </dgm:pt>
    <dgm:pt modelId="{94FA5649-948C-42E5-ABEF-370C646B5BF0}" type="pres">
      <dgm:prSet presAssocID="{FD5784E0-0DC2-4CC7-B905-3FB8C2A6D8FE}" presName="FirstChild" presStyleLbl="revTx" presStyleIdx="0" presStyleCnt="4">
        <dgm:presLayoutVars>
          <dgm:chMax val="0"/>
          <dgm:chPref val="0"/>
          <dgm:bulletEnabled val="1"/>
        </dgm:presLayoutVars>
      </dgm:prSet>
      <dgm:spPr/>
    </dgm:pt>
    <dgm:pt modelId="{DA5F46D6-0824-43E8-A720-975DCA031465}" type="pres">
      <dgm:prSet presAssocID="{FD5784E0-0DC2-4CC7-B905-3FB8C2A6D8FE}" presName="Parent" presStyleLbl="alignNode1" presStyleIdx="0" presStyleCnt="4">
        <dgm:presLayoutVars>
          <dgm:chMax val="3"/>
          <dgm:chPref val="3"/>
          <dgm:bulletEnabled val="1"/>
        </dgm:presLayoutVars>
      </dgm:prSet>
      <dgm:spPr/>
    </dgm:pt>
    <dgm:pt modelId="{B71B52EE-43C3-47B6-8E20-9F0B9D4BFD8F}" type="pres">
      <dgm:prSet presAssocID="{FD5784E0-0DC2-4CC7-B905-3FB8C2A6D8FE}" presName="Accent" presStyleLbl="parChTrans1D1" presStyleIdx="0" presStyleCnt="4"/>
      <dgm:spPr/>
    </dgm:pt>
    <dgm:pt modelId="{5BFA1778-095B-4048-A856-0ADD90E2816B}" type="pres">
      <dgm:prSet presAssocID="{54174337-3688-4351-B143-DA3159054810}" presName="sibTrans" presStyleCnt="0"/>
      <dgm:spPr/>
    </dgm:pt>
    <dgm:pt modelId="{3B044332-D01B-4700-B08E-7527AE94598E}" type="pres">
      <dgm:prSet presAssocID="{283D744B-049E-4FBD-96FA-784A22E28E97}" presName="composite" presStyleCnt="0"/>
      <dgm:spPr/>
    </dgm:pt>
    <dgm:pt modelId="{6009735C-49C8-4451-8553-A5C96990FAC5}" type="pres">
      <dgm:prSet presAssocID="{283D744B-049E-4FBD-96FA-784A22E28E97}" presName="FirstChild" presStyleLbl="revTx" presStyleIdx="1" presStyleCnt="4">
        <dgm:presLayoutVars>
          <dgm:chMax val="0"/>
          <dgm:chPref val="0"/>
          <dgm:bulletEnabled val="1"/>
        </dgm:presLayoutVars>
      </dgm:prSet>
      <dgm:spPr/>
    </dgm:pt>
    <dgm:pt modelId="{D82945CB-E2DF-4389-9D48-67967A0FCFD6}" type="pres">
      <dgm:prSet presAssocID="{283D744B-049E-4FBD-96FA-784A22E28E97}" presName="Parent" presStyleLbl="alignNode1" presStyleIdx="1" presStyleCnt="4">
        <dgm:presLayoutVars>
          <dgm:chMax val="3"/>
          <dgm:chPref val="3"/>
          <dgm:bulletEnabled val="1"/>
        </dgm:presLayoutVars>
      </dgm:prSet>
      <dgm:spPr/>
    </dgm:pt>
    <dgm:pt modelId="{D493E4C1-505D-44C9-9009-E7B9BA972A46}" type="pres">
      <dgm:prSet presAssocID="{283D744B-049E-4FBD-96FA-784A22E28E97}" presName="Accent" presStyleLbl="parChTrans1D1" presStyleIdx="1" presStyleCnt="4"/>
      <dgm:spPr/>
    </dgm:pt>
    <dgm:pt modelId="{009CCC01-95C5-484B-9772-BF5C8DBD6AE4}" type="pres">
      <dgm:prSet presAssocID="{535B7053-E6F3-4877-A6C5-21E98591EB38}" presName="sibTrans" presStyleCnt="0"/>
      <dgm:spPr/>
    </dgm:pt>
    <dgm:pt modelId="{5956C963-88D2-4472-827E-D8B01E8C1C5F}" type="pres">
      <dgm:prSet presAssocID="{9B5B4AC4-9CA1-41FA-99EE-5BB24E4ED56D}" presName="composite" presStyleCnt="0"/>
      <dgm:spPr/>
    </dgm:pt>
    <dgm:pt modelId="{30513F5C-EC1D-432B-8702-77B2CF6B74BB}" type="pres">
      <dgm:prSet presAssocID="{9B5B4AC4-9CA1-41FA-99EE-5BB24E4ED56D}" presName="FirstChild" presStyleLbl="revTx" presStyleIdx="2" presStyleCnt="4">
        <dgm:presLayoutVars>
          <dgm:chMax val="0"/>
          <dgm:chPref val="0"/>
          <dgm:bulletEnabled val="1"/>
        </dgm:presLayoutVars>
      </dgm:prSet>
      <dgm:spPr/>
    </dgm:pt>
    <dgm:pt modelId="{5F0601E3-5556-49CC-91FA-467E5C28A3A8}" type="pres">
      <dgm:prSet presAssocID="{9B5B4AC4-9CA1-41FA-99EE-5BB24E4ED56D}" presName="Parent" presStyleLbl="alignNode1" presStyleIdx="2" presStyleCnt="4">
        <dgm:presLayoutVars>
          <dgm:chMax val="3"/>
          <dgm:chPref val="3"/>
          <dgm:bulletEnabled val="1"/>
        </dgm:presLayoutVars>
      </dgm:prSet>
      <dgm:spPr/>
    </dgm:pt>
    <dgm:pt modelId="{02011845-C2AA-4CCD-A1D9-B2673A300A41}" type="pres">
      <dgm:prSet presAssocID="{9B5B4AC4-9CA1-41FA-99EE-5BB24E4ED56D}" presName="Accent" presStyleLbl="parChTrans1D1" presStyleIdx="2" presStyleCnt="4"/>
      <dgm:spPr/>
    </dgm:pt>
    <dgm:pt modelId="{66EA3AB7-D61C-416D-BDFC-8CEAC9A5542B}" type="pres">
      <dgm:prSet presAssocID="{2C77DF62-C30A-4AF9-BE04-6B4C1F84F74C}" presName="sibTrans" presStyleCnt="0"/>
      <dgm:spPr/>
    </dgm:pt>
    <dgm:pt modelId="{540465B7-E16B-4213-884E-9CFD8F860E8C}" type="pres">
      <dgm:prSet presAssocID="{60290D11-A07C-40F8-8E9B-658E0669368E}" presName="composite" presStyleCnt="0"/>
      <dgm:spPr/>
    </dgm:pt>
    <dgm:pt modelId="{D35037AC-0F90-4474-A03C-D959826A5D1D}" type="pres">
      <dgm:prSet presAssocID="{60290D11-A07C-40F8-8E9B-658E0669368E}" presName="FirstChild" presStyleLbl="revTx" presStyleIdx="3" presStyleCnt="4">
        <dgm:presLayoutVars>
          <dgm:chMax val="0"/>
          <dgm:chPref val="0"/>
          <dgm:bulletEnabled val="1"/>
        </dgm:presLayoutVars>
      </dgm:prSet>
      <dgm:spPr/>
    </dgm:pt>
    <dgm:pt modelId="{987E9301-A493-4487-BDEB-DD6F375C523E}" type="pres">
      <dgm:prSet presAssocID="{60290D11-A07C-40F8-8E9B-658E0669368E}" presName="Parent" presStyleLbl="alignNode1" presStyleIdx="3" presStyleCnt="4">
        <dgm:presLayoutVars>
          <dgm:chMax val="3"/>
          <dgm:chPref val="3"/>
          <dgm:bulletEnabled val="1"/>
        </dgm:presLayoutVars>
      </dgm:prSet>
      <dgm:spPr/>
    </dgm:pt>
    <dgm:pt modelId="{88AE50A8-C5F4-4431-B4E6-7A836B87FB49}" type="pres">
      <dgm:prSet presAssocID="{60290D11-A07C-40F8-8E9B-658E0669368E}" presName="Accent" presStyleLbl="parChTrans1D1" presStyleIdx="3" presStyleCnt="4"/>
      <dgm:spPr/>
    </dgm:pt>
  </dgm:ptLst>
  <dgm:cxnLst>
    <dgm:cxn modelId="{0242DC07-8BDB-46BF-805B-247860DA9EFF}" type="presOf" srcId="{8F523C47-A6A5-42D9-9BA4-D345CF3F1FA5}" destId="{6009735C-49C8-4451-8553-A5C96990FAC5}" srcOrd="0" destOrd="0" presId="urn:microsoft.com/office/officeart/2011/layout/TabList"/>
    <dgm:cxn modelId="{BDEA4A2F-6C37-45EE-BD7A-46865ABB9567}" type="presOf" srcId="{64BB941F-BAEE-4BFE-9DA4-B3D2013AE5EF}" destId="{30513F5C-EC1D-432B-8702-77B2CF6B74BB}" srcOrd="0" destOrd="0" presId="urn:microsoft.com/office/officeart/2011/layout/TabList"/>
    <dgm:cxn modelId="{42255A31-F74C-4911-AF80-9ABA6FDF7F8B}" srcId="{283D744B-049E-4FBD-96FA-784A22E28E97}" destId="{8F523C47-A6A5-42D9-9BA4-D345CF3F1FA5}" srcOrd="0" destOrd="0" parTransId="{2A8D23CB-A740-46DA-9320-5D01269135F6}" sibTransId="{5F1F7CAB-E45D-484C-BC14-46B9E88C9879}"/>
    <dgm:cxn modelId="{0AD1DE39-E653-4581-A329-43FD2E6C3B68}" type="presOf" srcId="{1040A0B8-1A79-4F1F-AB08-1DB3F4A61E7E}" destId="{C3F2BBC9-559F-43A5-838E-02D71A8576D8}" srcOrd="0" destOrd="0" presId="urn:microsoft.com/office/officeart/2011/layout/TabList"/>
    <dgm:cxn modelId="{FA49BF65-3D48-4A31-9DD7-A303627F69D5}" type="presOf" srcId="{182BAE56-A4DD-44C1-9CA9-A442CB862E9E}" destId="{D35037AC-0F90-4474-A03C-D959826A5D1D}" srcOrd="0" destOrd="0" presId="urn:microsoft.com/office/officeart/2011/layout/TabList"/>
    <dgm:cxn modelId="{B27D736F-CE9C-4911-9F7A-94D01212ED19}" srcId="{1040A0B8-1A79-4F1F-AB08-1DB3F4A61E7E}" destId="{60290D11-A07C-40F8-8E9B-658E0669368E}" srcOrd="3" destOrd="0" parTransId="{33AFD3BB-0F8E-4CDC-A9F8-2C1B561EE878}" sibTransId="{A80DA01C-E518-4717-B367-16629F8BD83D}"/>
    <dgm:cxn modelId="{A2D0AA97-F927-440F-894B-7B494350EE90}" srcId="{FD5784E0-0DC2-4CC7-B905-3FB8C2A6D8FE}" destId="{6A07D3A0-BE0F-4604-A75D-8CE44C8FE18E}" srcOrd="0" destOrd="0" parTransId="{EE42A451-AE5D-4698-BC8E-966C36F3A19F}" sibTransId="{59ECA596-1B15-40F3-9EB4-629D70BF3234}"/>
    <dgm:cxn modelId="{3339679C-3EA7-4D4E-9FA1-CD884AD6D621}" type="presOf" srcId="{FD5784E0-0DC2-4CC7-B905-3FB8C2A6D8FE}" destId="{DA5F46D6-0824-43E8-A720-975DCA031465}" srcOrd="0" destOrd="0" presId="urn:microsoft.com/office/officeart/2011/layout/TabList"/>
    <dgm:cxn modelId="{262DAC9D-AEDF-4E4A-BDB3-9405C5700A42}" type="presOf" srcId="{6A07D3A0-BE0F-4604-A75D-8CE44C8FE18E}" destId="{94FA5649-948C-42E5-ABEF-370C646B5BF0}" srcOrd="0" destOrd="0" presId="urn:microsoft.com/office/officeart/2011/layout/TabList"/>
    <dgm:cxn modelId="{3CB73D9F-66C7-4CA8-B2E1-5729FE3EF014}" type="presOf" srcId="{9B5B4AC4-9CA1-41FA-99EE-5BB24E4ED56D}" destId="{5F0601E3-5556-49CC-91FA-467E5C28A3A8}" srcOrd="0" destOrd="0" presId="urn:microsoft.com/office/officeart/2011/layout/TabList"/>
    <dgm:cxn modelId="{F042E2A2-23A0-4F5C-B5A9-9BF0538615E3}" srcId="{1040A0B8-1A79-4F1F-AB08-1DB3F4A61E7E}" destId="{9B5B4AC4-9CA1-41FA-99EE-5BB24E4ED56D}" srcOrd="2" destOrd="0" parTransId="{FA82EB43-38B7-409C-BF73-BBC432F2CDF2}" sibTransId="{2C77DF62-C30A-4AF9-BE04-6B4C1F84F74C}"/>
    <dgm:cxn modelId="{EBD57FB8-B70F-4CFA-AA71-6E54AC76C4F4}" type="presOf" srcId="{283D744B-049E-4FBD-96FA-784A22E28E97}" destId="{D82945CB-E2DF-4389-9D48-67967A0FCFD6}" srcOrd="0" destOrd="0" presId="urn:microsoft.com/office/officeart/2011/layout/TabList"/>
    <dgm:cxn modelId="{C06489BF-8E65-4A1D-93DA-D07C3985DB75}" srcId="{1040A0B8-1A79-4F1F-AB08-1DB3F4A61E7E}" destId="{FD5784E0-0DC2-4CC7-B905-3FB8C2A6D8FE}" srcOrd="0" destOrd="0" parTransId="{4CF6F4C3-9FD0-4171-AADC-BEC943EF40ED}" sibTransId="{54174337-3688-4351-B143-DA3159054810}"/>
    <dgm:cxn modelId="{EE639CD1-BF7D-4823-B381-692254D98D6B}" srcId="{60290D11-A07C-40F8-8E9B-658E0669368E}" destId="{182BAE56-A4DD-44C1-9CA9-A442CB862E9E}" srcOrd="0" destOrd="0" parTransId="{0F76B378-5FCE-4491-AB55-3B6A4C0D2E81}" sibTransId="{F065B8B4-7B5D-4D3A-AEE8-6624994D3FDD}"/>
    <dgm:cxn modelId="{90DFB9E9-0AAE-49B8-B3A4-72CE73D42C68}" srcId="{1040A0B8-1A79-4F1F-AB08-1DB3F4A61E7E}" destId="{283D744B-049E-4FBD-96FA-784A22E28E97}" srcOrd="1" destOrd="0" parTransId="{2CBA0FB5-41F7-43CE-AFC5-1F6BB72ECAFE}" sibTransId="{535B7053-E6F3-4877-A6C5-21E98591EB38}"/>
    <dgm:cxn modelId="{2F06DDEC-F291-4673-B893-D12E6D5D0B34}" type="presOf" srcId="{60290D11-A07C-40F8-8E9B-658E0669368E}" destId="{987E9301-A493-4487-BDEB-DD6F375C523E}" srcOrd="0" destOrd="0" presId="urn:microsoft.com/office/officeart/2011/layout/TabList"/>
    <dgm:cxn modelId="{0B367EFB-A42C-4234-A6AE-520C68E5C795}" srcId="{9B5B4AC4-9CA1-41FA-99EE-5BB24E4ED56D}" destId="{64BB941F-BAEE-4BFE-9DA4-B3D2013AE5EF}" srcOrd="0" destOrd="0" parTransId="{8E5C0822-7EBF-4A1D-A666-D798E77DEEA0}" sibTransId="{AE1434CF-F15C-4821-B8C3-05333E37293A}"/>
    <dgm:cxn modelId="{9DBAF92E-607D-4B48-962D-FBF3D4191E22}" type="presParOf" srcId="{C3F2BBC9-559F-43A5-838E-02D71A8576D8}" destId="{702D4D62-AC03-4771-A8CC-4D583F1B0343}" srcOrd="0" destOrd="0" presId="urn:microsoft.com/office/officeart/2011/layout/TabList"/>
    <dgm:cxn modelId="{DC8C0DDB-0904-4EFB-A984-B082BA08AA6A}" type="presParOf" srcId="{702D4D62-AC03-4771-A8CC-4D583F1B0343}" destId="{94FA5649-948C-42E5-ABEF-370C646B5BF0}" srcOrd="0" destOrd="0" presId="urn:microsoft.com/office/officeart/2011/layout/TabList"/>
    <dgm:cxn modelId="{5A5E0D2D-4F27-471E-BF54-01662B122A99}" type="presParOf" srcId="{702D4D62-AC03-4771-A8CC-4D583F1B0343}" destId="{DA5F46D6-0824-43E8-A720-975DCA031465}" srcOrd="1" destOrd="0" presId="urn:microsoft.com/office/officeart/2011/layout/TabList"/>
    <dgm:cxn modelId="{AA16E6D5-D7BF-4A7E-913D-44825FC73BFE}" type="presParOf" srcId="{702D4D62-AC03-4771-A8CC-4D583F1B0343}" destId="{B71B52EE-43C3-47B6-8E20-9F0B9D4BFD8F}" srcOrd="2" destOrd="0" presId="urn:microsoft.com/office/officeart/2011/layout/TabList"/>
    <dgm:cxn modelId="{1321BDB1-F1AE-4069-B820-4626951C74C3}" type="presParOf" srcId="{C3F2BBC9-559F-43A5-838E-02D71A8576D8}" destId="{5BFA1778-095B-4048-A856-0ADD90E2816B}" srcOrd="1" destOrd="0" presId="urn:microsoft.com/office/officeart/2011/layout/TabList"/>
    <dgm:cxn modelId="{884AA5DB-148C-43E1-9593-224D0DD0B571}" type="presParOf" srcId="{C3F2BBC9-559F-43A5-838E-02D71A8576D8}" destId="{3B044332-D01B-4700-B08E-7527AE94598E}" srcOrd="2" destOrd="0" presId="urn:microsoft.com/office/officeart/2011/layout/TabList"/>
    <dgm:cxn modelId="{2C329B5D-0CB4-468D-ACF1-99EC637A7934}" type="presParOf" srcId="{3B044332-D01B-4700-B08E-7527AE94598E}" destId="{6009735C-49C8-4451-8553-A5C96990FAC5}" srcOrd="0" destOrd="0" presId="urn:microsoft.com/office/officeart/2011/layout/TabList"/>
    <dgm:cxn modelId="{AF318271-57BA-423A-8065-CAE634FA9E46}" type="presParOf" srcId="{3B044332-D01B-4700-B08E-7527AE94598E}" destId="{D82945CB-E2DF-4389-9D48-67967A0FCFD6}" srcOrd="1" destOrd="0" presId="urn:microsoft.com/office/officeart/2011/layout/TabList"/>
    <dgm:cxn modelId="{A5E89A12-DA4C-4A38-BCF9-2ED714795297}" type="presParOf" srcId="{3B044332-D01B-4700-B08E-7527AE94598E}" destId="{D493E4C1-505D-44C9-9009-E7B9BA972A46}" srcOrd="2" destOrd="0" presId="urn:microsoft.com/office/officeart/2011/layout/TabList"/>
    <dgm:cxn modelId="{104BCFC9-857A-4820-9A8F-1CD36BCEA548}" type="presParOf" srcId="{C3F2BBC9-559F-43A5-838E-02D71A8576D8}" destId="{009CCC01-95C5-484B-9772-BF5C8DBD6AE4}" srcOrd="3" destOrd="0" presId="urn:microsoft.com/office/officeart/2011/layout/TabList"/>
    <dgm:cxn modelId="{C92AB28F-4D1D-4EE8-BD92-A5428B5E6263}" type="presParOf" srcId="{C3F2BBC9-559F-43A5-838E-02D71A8576D8}" destId="{5956C963-88D2-4472-827E-D8B01E8C1C5F}" srcOrd="4" destOrd="0" presId="urn:microsoft.com/office/officeart/2011/layout/TabList"/>
    <dgm:cxn modelId="{CEAF1824-9E1F-4B54-ABBF-0BFA48ECA335}" type="presParOf" srcId="{5956C963-88D2-4472-827E-D8B01E8C1C5F}" destId="{30513F5C-EC1D-432B-8702-77B2CF6B74BB}" srcOrd="0" destOrd="0" presId="urn:microsoft.com/office/officeart/2011/layout/TabList"/>
    <dgm:cxn modelId="{46AEFA70-0B83-4C2D-B659-3E6B07FAF3CA}" type="presParOf" srcId="{5956C963-88D2-4472-827E-D8B01E8C1C5F}" destId="{5F0601E3-5556-49CC-91FA-467E5C28A3A8}" srcOrd="1" destOrd="0" presId="urn:microsoft.com/office/officeart/2011/layout/TabList"/>
    <dgm:cxn modelId="{9C8752BB-E781-49D2-A793-E123661D4FB4}" type="presParOf" srcId="{5956C963-88D2-4472-827E-D8B01E8C1C5F}" destId="{02011845-C2AA-4CCD-A1D9-B2673A300A41}" srcOrd="2" destOrd="0" presId="urn:microsoft.com/office/officeart/2011/layout/TabList"/>
    <dgm:cxn modelId="{1E8493C9-6491-41E8-9B7A-CAC5DC49FE1A}" type="presParOf" srcId="{C3F2BBC9-559F-43A5-838E-02D71A8576D8}" destId="{66EA3AB7-D61C-416D-BDFC-8CEAC9A5542B}" srcOrd="5" destOrd="0" presId="urn:microsoft.com/office/officeart/2011/layout/TabList"/>
    <dgm:cxn modelId="{7914A792-C205-4BFA-BFE8-5960624F8ED1}" type="presParOf" srcId="{C3F2BBC9-559F-43A5-838E-02D71A8576D8}" destId="{540465B7-E16B-4213-884E-9CFD8F860E8C}" srcOrd="6" destOrd="0" presId="urn:microsoft.com/office/officeart/2011/layout/TabList"/>
    <dgm:cxn modelId="{D408CEEF-C267-47D9-9F6F-74EAEC866041}" type="presParOf" srcId="{540465B7-E16B-4213-884E-9CFD8F860E8C}" destId="{D35037AC-0F90-4474-A03C-D959826A5D1D}" srcOrd="0" destOrd="0" presId="urn:microsoft.com/office/officeart/2011/layout/TabList"/>
    <dgm:cxn modelId="{9C4A72E5-3D3E-4CF7-8A48-7AABCB3DA39B}" type="presParOf" srcId="{540465B7-E16B-4213-884E-9CFD8F860E8C}" destId="{987E9301-A493-4487-BDEB-DD6F375C523E}" srcOrd="1" destOrd="0" presId="urn:microsoft.com/office/officeart/2011/layout/TabList"/>
    <dgm:cxn modelId="{2F3B8EE0-AAC7-428F-AC6A-3B801B95CD97}" type="presParOf" srcId="{540465B7-E16B-4213-884E-9CFD8F860E8C}" destId="{88AE50A8-C5F4-4431-B4E6-7A836B87FB49}"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4F84F2-53AC-48FB-8433-680856F2E446}">
      <dsp:nvSpPr>
        <dsp:cNvPr id="0" name=""/>
        <dsp:cNvSpPr/>
      </dsp:nvSpPr>
      <dsp:spPr>
        <a:xfrm>
          <a:off x="1384813" y="368813"/>
          <a:ext cx="3326373" cy="3326373"/>
        </a:xfrm>
        <a:prstGeom prst="blockArc">
          <a:avLst>
            <a:gd name="adj1" fmla="val 13500000"/>
            <a:gd name="adj2" fmla="val 1620000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DF6FE82-6591-4099-913F-266A4000F0F7}">
      <dsp:nvSpPr>
        <dsp:cNvPr id="0" name=""/>
        <dsp:cNvSpPr/>
      </dsp:nvSpPr>
      <dsp:spPr>
        <a:xfrm>
          <a:off x="1384813" y="368813"/>
          <a:ext cx="3326373" cy="3326373"/>
        </a:xfrm>
        <a:prstGeom prst="blockArc">
          <a:avLst>
            <a:gd name="adj1" fmla="val 10800000"/>
            <a:gd name="adj2" fmla="val 1350000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981065C-9645-4ECE-ABAC-240EC709AD8B}">
      <dsp:nvSpPr>
        <dsp:cNvPr id="0" name=""/>
        <dsp:cNvSpPr/>
      </dsp:nvSpPr>
      <dsp:spPr>
        <a:xfrm>
          <a:off x="1384813" y="368813"/>
          <a:ext cx="3326373" cy="3326373"/>
        </a:xfrm>
        <a:prstGeom prst="blockArc">
          <a:avLst>
            <a:gd name="adj1" fmla="val 8100000"/>
            <a:gd name="adj2" fmla="val 1080000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1A4E47-CED2-4FAE-8530-050D1C3B1E57}">
      <dsp:nvSpPr>
        <dsp:cNvPr id="0" name=""/>
        <dsp:cNvSpPr/>
      </dsp:nvSpPr>
      <dsp:spPr>
        <a:xfrm>
          <a:off x="1384813" y="368813"/>
          <a:ext cx="3326373" cy="3326373"/>
        </a:xfrm>
        <a:prstGeom prst="blockArc">
          <a:avLst>
            <a:gd name="adj1" fmla="val 5400000"/>
            <a:gd name="adj2" fmla="val 810000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D1F8707-8170-4A5C-8AE8-8FACA873A718}">
      <dsp:nvSpPr>
        <dsp:cNvPr id="0" name=""/>
        <dsp:cNvSpPr/>
      </dsp:nvSpPr>
      <dsp:spPr>
        <a:xfrm>
          <a:off x="1384813" y="368813"/>
          <a:ext cx="3326373" cy="3326373"/>
        </a:xfrm>
        <a:prstGeom prst="blockArc">
          <a:avLst>
            <a:gd name="adj1" fmla="val 2700000"/>
            <a:gd name="adj2" fmla="val 540000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C11B23-7C36-401F-A306-5A00FFB79F94}">
      <dsp:nvSpPr>
        <dsp:cNvPr id="0" name=""/>
        <dsp:cNvSpPr/>
      </dsp:nvSpPr>
      <dsp:spPr>
        <a:xfrm>
          <a:off x="1384813" y="368813"/>
          <a:ext cx="3326373" cy="3326373"/>
        </a:xfrm>
        <a:prstGeom prst="blockArc">
          <a:avLst>
            <a:gd name="adj1" fmla="val 0"/>
            <a:gd name="adj2" fmla="val 270000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0056E6-4BB9-4A6B-B9BD-9B4B2301BEFB}">
      <dsp:nvSpPr>
        <dsp:cNvPr id="0" name=""/>
        <dsp:cNvSpPr/>
      </dsp:nvSpPr>
      <dsp:spPr>
        <a:xfrm>
          <a:off x="1384813" y="368813"/>
          <a:ext cx="3326373" cy="3326373"/>
        </a:xfrm>
        <a:prstGeom prst="blockArc">
          <a:avLst>
            <a:gd name="adj1" fmla="val 18900000"/>
            <a:gd name="adj2" fmla="val 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DEEAF1-996C-49E5-852B-6A03C448D557}">
      <dsp:nvSpPr>
        <dsp:cNvPr id="0" name=""/>
        <dsp:cNvSpPr/>
      </dsp:nvSpPr>
      <dsp:spPr>
        <a:xfrm>
          <a:off x="1384813" y="368813"/>
          <a:ext cx="3326373" cy="3326373"/>
        </a:xfrm>
        <a:prstGeom prst="blockArc">
          <a:avLst>
            <a:gd name="adj1" fmla="val 16200000"/>
            <a:gd name="adj2" fmla="val 18900000"/>
            <a:gd name="adj3" fmla="val 3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3C7D8EA-B9F7-4885-A22C-86F2E221FC52}">
      <dsp:nvSpPr>
        <dsp:cNvPr id="0" name=""/>
        <dsp:cNvSpPr/>
      </dsp:nvSpPr>
      <dsp:spPr>
        <a:xfrm>
          <a:off x="2482453" y="1466453"/>
          <a:ext cx="1131093" cy="113109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SPARK</a:t>
          </a:r>
        </a:p>
      </dsp:txBody>
      <dsp:txXfrm>
        <a:off x="2648098" y="1632098"/>
        <a:ext cx="799803" cy="799803"/>
      </dsp:txXfrm>
    </dsp:sp>
    <dsp:sp modelId="{182E91DA-DC4E-47DB-8217-05EF7428EE56}">
      <dsp:nvSpPr>
        <dsp:cNvPr id="0" name=""/>
        <dsp:cNvSpPr/>
      </dsp:nvSpPr>
      <dsp:spPr>
        <a:xfrm>
          <a:off x="2652117" y="1434"/>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cluster</a:t>
          </a:r>
        </a:p>
      </dsp:txBody>
      <dsp:txXfrm>
        <a:off x="2768068" y="117385"/>
        <a:ext cx="559863" cy="559863"/>
      </dsp:txXfrm>
    </dsp:sp>
    <dsp:sp modelId="{F73DCBF7-7F79-47EE-8A3B-2C37255B6711}">
      <dsp:nvSpPr>
        <dsp:cNvPr id="0" name=""/>
        <dsp:cNvSpPr/>
      </dsp:nvSpPr>
      <dsp:spPr>
        <a:xfrm>
          <a:off x="3808012" y="480221"/>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Workspace and notebooks</a:t>
          </a:r>
        </a:p>
      </dsp:txBody>
      <dsp:txXfrm>
        <a:off x="3923963" y="596172"/>
        <a:ext cx="559863" cy="559863"/>
      </dsp:txXfrm>
    </dsp:sp>
    <dsp:sp modelId="{AB100EEA-AD43-42B5-BAAA-92BC5162957D}">
      <dsp:nvSpPr>
        <dsp:cNvPr id="0" name=""/>
        <dsp:cNvSpPr/>
      </dsp:nvSpPr>
      <dsp:spPr>
        <a:xfrm>
          <a:off x="4286800" y="1636117"/>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Administration controls</a:t>
          </a:r>
        </a:p>
      </dsp:txBody>
      <dsp:txXfrm>
        <a:off x="4402751" y="1752068"/>
        <a:ext cx="559863" cy="559863"/>
      </dsp:txXfrm>
    </dsp:sp>
    <dsp:sp modelId="{3ADCEAC6-F9FF-4A74-9959-8737B562F125}">
      <dsp:nvSpPr>
        <dsp:cNvPr id="0" name=""/>
        <dsp:cNvSpPr/>
      </dsp:nvSpPr>
      <dsp:spPr>
        <a:xfrm>
          <a:off x="3808012" y="2792012"/>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Optimized spark</a:t>
          </a:r>
        </a:p>
      </dsp:txBody>
      <dsp:txXfrm>
        <a:off x="3923963" y="2907963"/>
        <a:ext cx="559863" cy="559863"/>
      </dsp:txXfrm>
    </dsp:sp>
    <dsp:sp modelId="{E06B6B21-EEAB-4B97-9165-F5FE90305DEA}">
      <dsp:nvSpPr>
        <dsp:cNvPr id="0" name=""/>
        <dsp:cNvSpPr/>
      </dsp:nvSpPr>
      <dsp:spPr>
        <a:xfrm>
          <a:off x="2652117" y="3270800"/>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Databases / tables</a:t>
          </a:r>
        </a:p>
      </dsp:txBody>
      <dsp:txXfrm>
        <a:off x="2768068" y="3386751"/>
        <a:ext cx="559863" cy="559863"/>
      </dsp:txXfrm>
    </dsp:sp>
    <dsp:sp modelId="{8F731BEC-008F-4AC5-825A-5EE7738838C3}">
      <dsp:nvSpPr>
        <dsp:cNvPr id="0" name=""/>
        <dsp:cNvSpPr/>
      </dsp:nvSpPr>
      <dsp:spPr>
        <a:xfrm>
          <a:off x="1496221" y="2792012"/>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SQL analytics</a:t>
          </a:r>
        </a:p>
      </dsp:txBody>
      <dsp:txXfrm>
        <a:off x="1612172" y="2907963"/>
        <a:ext cx="559863" cy="559863"/>
      </dsp:txXfrm>
    </dsp:sp>
    <dsp:sp modelId="{9F14CA76-18DB-48A6-8F63-9664E02F8B02}">
      <dsp:nvSpPr>
        <dsp:cNvPr id="0" name=""/>
        <dsp:cNvSpPr/>
      </dsp:nvSpPr>
      <dsp:spPr>
        <a:xfrm>
          <a:off x="1017434" y="1636117"/>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Data lake</a:t>
          </a:r>
        </a:p>
      </dsp:txBody>
      <dsp:txXfrm>
        <a:off x="1133385" y="1752068"/>
        <a:ext cx="559863" cy="559863"/>
      </dsp:txXfrm>
    </dsp:sp>
    <dsp:sp modelId="{588F1C71-B491-40A2-B8DC-7B15937B0107}">
      <dsp:nvSpPr>
        <dsp:cNvPr id="0" name=""/>
        <dsp:cNvSpPr/>
      </dsp:nvSpPr>
      <dsp:spPr>
        <a:xfrm>
          <a:off x="1496221" y="480221"/>
          <a:ext cx="791765" cy="79176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err="1"/>
            <a:t>MLflow</a:t>
          </a:r>
          <a:endParaRPr lang="en-US" sz="600" kern="1200" dirty="0"/>
        </a:p>
      </dsp:txBody>
      <dsp:txXfrm>
        <a:off x="1612172" y="596172"/>
        <a:ext cx="559863" cy="5598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D6FE84-661E-45A3-BF2A-B747EBA0844E}">
      <dsp:nvSpPr>
        <dsp:cNvPr id="0" name=""/>
        <dsp:cNvSpPr/>
      </dsp:nvSpPr>
      <dsp:spPr>
        <a:xfrm>
          <a:off x="0" y="2166"/>
          <a:ext cx="244501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CD3D4D-5328-4A54-864F-652280C2E049}">
      <dsp:nvSpPr>
        <dsp:cNvPr id="0" name=""/>
        <dsp:cNvSpPr/>
      </dsp:nvSpPr>
      <dsp:spPr>
        <a:xfrm>
          <a:off x="0" y="2166"/>
          <a:ext cx="489003" cy="4431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Azure</a:t>
          </a:r>
        </a:p>
      </dsp:txBody>
      <dsp:txXfrm>
        <a:off x="0" y="2166"/>
        <a:ext cx="489003" cy="4431992"/>
      </dsp:txXfrm>
    </dsp:sp>
    <dsp:sp modelId="{24351E6B-FEF4-4B9B-ACC4-30237D039C88}">
      <dsp:nvSpPr>
        <dsp:cNvPr id="0" name=""/>
        <dsp:cNvSpPr/>
      </dsp:nvSpPr>
      <dsp:spPr>
        <a:xfrm>
          <a:off x="525678" y="28378"/>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Unified azure portal+ unified billing</a:t>
          </a:r>
        </a:p>
      </dsp:txBody>
      <dsp:txXfrm>
        <a:off x="525678" y="28378"/>
        <a:ext cx="1919339" cy="524243"/>
      </dsp:txXfrm>
    </dsp:sp>
    <dsp:sp modelId="{80E4E93D-A39E-49B5-AD84-AC50F59C8B38}">
      <dsp:nvSpPr>
        <dsp:cNvPr id="0" name=""/>
        <dsp:cNvSpPr/>
      </dsp:nvSpPr>
      <dsp:spPr>
        <a:xfrm>
          <a:off x="489003" y="552621"/>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E735AC-0C47-41C5-8CF1-C04E01710636}">
      <dsp:nvSpPr>
        <dsp:cNvPr id="0" name=""/>
        <dsp:cNvSpPr/>
      </dsp:nvSpPr>
      <dsp:spPr>
        <a:xfrm>
          <a:off x="525678" y="578833"/>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Azure Active directory</a:t>
          </a:r>
        </a:p>
      </dsp:txBody>
      <dsp:txXfrm>
        <a:off x="525678" y="578833"/>
        <a:ext cx="1919339" cy="524243"/>
      </dsp:txXfrm>
    </dsp:sp>
    <dsp:sp modelId="{0D17350A-9057-4526-8490-6A57A8D39E95}">
      <dsp:nvSpPr>
        <dsp:cNvPr id="0" name=""/>
        <dsp:cNvSpPr/>
      </dsp:nvSpPr>
      <dsp:spPr>
        <a:xfrm>
          <a:off x="489003" y="1103077"/>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CEAE3D-D04B-454D-B1F0-637B9D1CCF05}">
      <dsp:nvSpPr>
        <dsp:cNvPr id="0" name=""/>
        <dsp:cNvSpPr/>
      </dsp:nvSpPr>
      <dsp:spPr>
        <a:xfrm>
          <a:off x="525678" y="1129289"/>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Azure DevOps</a:t>
          </a:r>
        </a:p>
      </dsp:txBody>
      <dsp:txXfrm>
        <a:off x="525678" y="1129289"/>
        <a:ext cx="1919339" cy="524243"/>
      </dsp:txXfrm>
    </dsp:sp>
    <dsp:sp modelId="{DB9ADBDA-2B18-4775-B6E1-934989FF8AA9}">
      <dsp:nvSpPr>
        <dsp:cNvPr id="0" name=""/>
        <dsp:cNvSpPr/>
      </dsp:nvSpPr>
      <dsp:spPr>
        <a:xfrm>
          <a:off x="489003" y="1653532"/>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1CD334-9D70-47FA-BB86-6197F283809D}">
      <dsp:nvSpPr>
        <dsp:cNvPr id="0" name=""/>
        <dsp:cNvSpPr/>
      </dsp:nvSpPr>
      <dsp:spPr>
        <a:xfrm>
          <a:off x="525678" y="1679744"/>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Azure Data Factory</a:t>
          </a:r>
        </a:p>
      </dsp:txBody>
      <dsp:txXfrm>
        <a:off x="525678" y="1679744"/>
        <a:ext cx="1919339" cy="524243"/>
      </dsp:txXfrm>
    </dsp:sp>
    <dsp:sp modelId="{3C8017E6-CE1D-463A-B329-9393C122C8FD}">
      <dsp:nvSpPr>
        <dsp:cNvPr id="0" name=""/>
        <dsp:cNvSpPr/>
      </dsp:nvSpPr>
      <dsp:spPr>
        <a:xfrm>
          <a:off x="489003" y="2203987"/>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2D86BF-5577-49D3-8899-223843E11539}">
      <dsp:nvSpPr>
        <dsp:cNvPr id="0" name=""/>
        <dsp:cNvSpPr/>
      </dsp:nvSpPr>
      <dsp:spPr>
        <a:xfrm>
          <a:off x="525678" y="2230200"/>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Azure ML</a:t>
          </a:r>
        </a:p>
      </dsp:txBody>
      <dsp:txXfrm>
        <a:off x="525678" y="2230200"/>
        <a:ext cx="1919339" cy="524243"/>
      </dsp:txXfrm>
    </dsp:sp>
    <dsp:sp modelId="{5C61253A-E38A-412E-9056-EAF04D7053D6}">
      <dsp:nvSpPr>
        <dsp:cNvPr id="0" name=""/>
        <dsp:cNvSpPr/>
      </dsp:nvSpPr>
      <dsp:spPr>
        <a:xfrm>
          <a:off x="489003" y="2754443"/>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9995332-12AC-49B8-AE3C-3D0F96F13213}">
      <dsp:nvSpPr>
        <dsp:cNvPr id="0" name=""/>
        <dsp:cNvSpPr/>
      </dsp:nvSpPr>
      <dsp:spPr>
        <a:xfrm>
          <a:off x="525678" y="2780655"/>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Power BI</a:t>
          </a:r>
        </a:p>
      </dsp:txBody>
      <dsp:txXfrm>
        <a:off x="525678" y="2780655"/>
        <a:ext cx="1919339" cy="524243"/>
      </dsp:txXfrm>
    </dsp:sp>
    <dsp:sp modelId="{354C51BB-F079-4157-8E17-0C18EF7DDC1B}">
      <dsp:nvSpPr>
        <dsp:cNvPr id="0" name=""/>
        <dsp:cNvSpPr/>
      </dsp:nvSpPr>
      <dsp:spPr>
        <a:xfrm>
          <a:off x="489003" y="3304898"/>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95EC50-225B-4951-8E5C-7A4E05D4FA1A}">
      <dsp:nvSpPr>
        <dsp:cNvPr id="0" name=""/>
        <dsp:cNvSpPr/>
      </dsp:nvSpPr>
      <dsp:spPr>
        <a:xfrm>
          <a:off x="525678" y="3331110"/>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Messaging Services</a:t>
          </a:r>
        </a:p>
      </dsp:txBody>
      <dsp:txXfrm>
        <a:off x="525678" y="3331110"/>
        <a:ext cx="1919339" cy="524243"/>
      </dsp:txXfrm>
    </dsp:sp>
    <dsp:sp modelId="{7457769D-D17F-476B-A4D0-5A3B4DFC13AA}">
      <dsp:nvSpPr>
        <dsp:cNvPr id="0" name=""/>
        <dsp:cNvSpPr/>
      </dsp:nvSpPr>
      <dsp:spPr>
        <a:xfrm>
          <a:off x="489003" y="3855354"/>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D42014F-FCBA-4D00-8D18-7ABC7E891DD1}">
      <dsp:nvSpPr>
        <dsp:cNvPr id="0" name=""/>
        <dsp:cNvSpPr/>
      </dsp:nvSpPr>
      <dsp:spPr>
        <a:xfrm>
          <a:off x="525678" y="3881566"/>
          <a:ext cx="1919339" cy="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Data Services</a:t>
          </a:r>
        </a:p>
      </dsp:txBody>
      <dsp:txXfrm>
        <a:off x="525678" y="3881566"/>
        <a:ext cx="1919339" cy="524243"/>
      </dsp:txXfrm>
    </dsp:sp>
    <dsp:sp modelId="{7B452571-B77E-4B19-88AC-891610707C83}">
      <dsp:nvSpPr>
        <dsp:cNvPr id="0" name=""/>
        <dsp:cNvSpPr/>
      </dsp:nvSpPr>
      <dsp:spPr>
        <a:xfrm>
          <a:off x="489003" y="4405809"/>
          <a:ext cx="195601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B9D8F-4CB3-4377-BC85-73C2C084D0AE}">
      <dsp:nvSpPr>
        <dsp:cNvPr id="0" name=""/>
        <dsp:cNvSpPr/>
      </dsp:nvSpPr>
      <dsp:spPr>
        <a:xfrm>
          <a:off x="0" y="314221"/>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5C519F-DA7A-4C5D-B729-82A258A779DF}">
      <dsp:nvSpPr>
        <dsp:cNvPr id="0" name=""/>
        <dsp:cNvSpPr/>
      </dsp:nvSpPr>
      <dsp:spPr>
        <a:xfrm>
          <a:off x="152400" y="52988"/>
          <a:ext cx="2620850" cy="52691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endParaRPr lang="en-US" sz="1800" kern="1200"/>
        </a:p>
      </dsp:txBody>
      <dsp:txXfrm>
        <a:off x="178122" y="78710"/>
        <a:ext cx="2569406" cy="475468"/>
      </dsp:txXfrm>
    </dsp:sp>
    <dsp:sp modelId="{2846EA32-1554-427B-A6E7-C63A55E74D80}">
      <dsp:nvSpPr>
        <dsp:cNvPr id="0" name=""/>
        <dsp:cNvSpPr/>
      </dsp:nvSpPr>
      <dsp:spPr>
        <a:xfrm>
          <a:off x="0" y="1130701"/>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A48F04-8A23-41FA-92F1-9726380ED731}">
      <dsp:nvSpPr>
        <dsp:cNvPr id="0" name=""/>
        <dsp:cNvSpPr/>
      </dsp:nvSpPr>
      <dsp:spPr>
        <a:xfrm>
          <a:off x="152400" y="865021"/>
          <a:ext cx="213360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r>
            <a:rPr lang="en-US" sz="1800" kern="1200" dirty="0"/>
            <a:t>Cluster types</a:t>
          </a:r>
        </a:p>
      </dsp:txBody>
      <dsp:txXfrm>
        <a:off x="178339" y="890960"/>
        <a:ext cx="2081722" cy="479482"/>
      </dsp:txXfrm>
    </dsp:sp>
    <dsp:sp modelId="{2F62DCB0-628A-4561-A19A-E227102C4BBF}">
      <dsp:nvSpPr>
        <dsp:cNvPr id="0" name=""/>
        <dsp:cNvSpPr/>
      </dsp:nvSpPr>
      <dsp:spPr>
        <a:xfrm>
          <a:off x="0" y="1947181"/>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521FFF-9F7F-4DC3-BB10-A09B72A400E3}">
      <dsp:nvSpPr>
        <dsp:cNvPr id="0" name=""/>
        <dsp:cNvSpPr/>
      </dsp:nvSpPr>
      <dsp:spPr>
        <a:xfrm>
          <a:off x="152400" y="1681501"/>
          <a:ext cx="213360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r>
            <a:rPr lang="en-US" sz="1800" kern="1200" dirty="0"/>
            <a:t>Cluster configuration</a:t>
          </a:r>
        </a:p>
      </dsp:txBody>
      <dsp:txXfrm>
        <a:off x="178339" y="1707440"/>
        <a:ext cx="2081722" cy="479482"/>
      </dsp:txXfrm>
    </dsp:sp>
    <dsp:sp modelId="{10BDE0A4-CF59-475C-8648-2645DA32EADA}">
      <dsp:nvSpPr>
        <dsp:cNvPr id="0" name=""/>
        <dsp:cNvSpPr/>
      </dsp:nvSpPr>
      <dsp:spPr>
        <a:xfrm>
          <a:off x="0" y="2763661"/>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DDB65A-3AE5-43AE-99F7-99CD6AC2ED55}">
      <dsp:nvSpPr>
        <dsp:cNvPr id="0" name=""/>
        <dsp:cNvSpPr/>
      </dsp:nvSpPr>
      <dsp:spPr>
        <a:xfrm>
          <a:off x="152400" y="2497981"/>
          <a:ext cx="213360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r>
            <a:rPr lang="en-US" sz="1800" kern="1200" dirty="0"/>
            <a:t>Creating a cluster</a:t>
          </a:r>
        </a:p>
      </dsp:txBody>
      <dsp:txXfrm>
        <a:off x="178339" y="2523920"/>
        <a:ext cx="2081722" cy="4794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B9D8F-4CB3-4377-BC85-73C2C084D0AE}">
      <dsp:nvSpPr>
        <dsp:cNvPr id="0" name=""/>
        <dsp:cNvSpPr/>
      </dsp:nvSpPr>
      <dsp:spPr>
        <a:xfrm>
          <a:off x="0" y="316444"/>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5C519F-DA7A-4C5D-B729-82A258A779DF}">
      <dsp:nvSpPr>
        <dsp:cNvPr id="0" name=""/>
        <dsp:cNvSpPr/>
      </dsp:nvSpPr>
      <dsp:spPr>
        <a:xfrm>
          <a:off x="152400" y="50764"/>
          <a:ext cx="213360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endParaRPr lang="en-US" sz="1800" kern="1200"/>
        </a:p>
      </dsp:txBody>
      <dsp:txXfrm>
        <a:off x="178339" y="76703"/>
        <a:ext cx="2081722" cy="479482"/>
      </dsp:txXfrm>
    </dsp:sp>
    <dsp:sp modelId="{2846EA32-1554-427B-A6E7-C63A55E74D80}">
      <dsp:nvSpPr>
        <dsp:cNvPr id="0" name=""/>
        <dsp:cNvSpPr/>
      </dsp:nvSpPr>
      <dsp:spPr>
        <a:xfrm>
          <a:off x="0" y="1132924"/>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A48F04-8A23-41FA-92F1-9726380ED731}">
      <dsp:nvSpPr>
        <dsp:cNvPr id="0" name=""/>
        <dsp:cNvSpPr/>
      </dsp:nvSpPr>
      <dsp:spPr>
        <a:xfrm>
          <a:off x="152400" y="867244"/>
          <a:ext cx="213360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r>
            <a:rPr lang="en-US" sz="1800" kern="1200" dirty="0"/>
            <a:t>Cost Control</a:t>
          </a:r>
        </a:p>
      </dsp:txBody>
      <dsp:txXfrm>
        <a:off x="178339" y="893183"/>
        <a:ext cx="2081722" cy="479482"/>
      </dsp:txXfrm>
    </dsp:sp>
    <dsp:sp modelId="{2F62DCB0-628A-4561-A19A-E227102C4BBF}">
      <dsp:nvSpPr>
        <dsp:cNvPr id="0" name=""/>
        <dsp:cNvSpPr/>
      </dsp:nvSpPr>
      <dsp:spPr>
        <a:xfrm>
          <a:off x="0" y="1949404"/>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3521FFF-9F7F-4DC3-BB10-A09B72A400E3}">
      <dsp:nvSpPr>
        <dsp:cNvPr id="0" name=""/>
        <dsp:cNvSpPr/>
      </dsp:nvSpPr>
      <dsp:spPr>
        <a:xfrm>
          <a:off x="152400" y="1683725"/>
          <a:ext cx="213360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r>
            <a:rPr lang="en-US" sz="1800" kern="1200" dirty="0"/>
            <a:t>Cluster Pools</a:t>
          </a:r>
        </a:p>
      </dsp:txBody>
      <dsp:txXfrm>
        <a:off x="178339" y="1709664"/>
        <a:ext cx="2081722" cy="479482"/>
      </dsp:txXfrm>
    </dsp:sp>
    <dsp:sp modelId="{10BDE0A4-CF59-475C-8648-2645DA32EADA}">
      <dsp:nvSpPr>
        <dsp:cNvPr id="0" name=""/>
        <dsp:cNvSpPr/>
      </dsp:nvSpPr>
      <dsp:spPr>
        <a:xfrm>
          <a:off x="0" y="2765885"/>
          <a:ext cx="3048000"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DDB65A-3AE5-43AE-99F7-99CD6AC2ED55}">
      <dsp:nvSpPr>
        <dsp:cNvPr id="0" name=""/>
        <dsp:cNvSpPr/>
      </dsp:nvSpPr>
      <dsp:spPr>
        <a:xfrm>
          <a:off x="152400" y="2500205"/>
          <a:ext cx="213360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645" tIns="0" rIns="80645" bIns="0" numCol="1" spcCol="1270" anchor="ctr" anchorCtr="0">
          <a:noAutofit/>
        </a:bodyPr>
        <a:lstStyle/>
        <a:p>
          <a:pPr marL="0" lvl="0" indent="0" algn="l" defTabSz="800100">
            <a:lnSpc>
              <a:spcPct val="90000"/>
            </a:lnSpc>
            <a:spcBef>
              <a:spcPct val="0"/>
            </a:spcBef>
            <a:spcAft>
              <a:spcPct val="35000"/>
            </a:spcAft>
            <a:buNone/>
          </a:pPr>
          <a:r>
            <a:rPr lang="en-US" sz="1800" kern="1200" dirty="0"/>
            <a:t>Cluster Policy</a:t>
          </a:r>
        </a:p>
      </dsp:txBody>
      <dsp:txXfrm>
        <a:off x="178339" y="2526144"/>
        <a:ext cx="2081722" cy="4794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E50A8-C5F4-4431-B4E6-7A836B87FB49}">
      <dsp:nvSpPr>
        <dsp:cNvPr id="0" name=""/>
        <dsp:cNvSpPr/>
      </dsp:nvSpPr>
      <dsp:spPr>
        <a:xfrm>
          <a:off x="0" y="3181478"/>
          <a:ext cx="8590209"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011845-C2AA-4CCD-A1D9-B2673A300A41}">
      <dsp:nvSpPr>
        <dsp:cNvPr id="0" name=""/>
        <dsp:cNvSpPr/>
      </dsp:nvSpPr>
      <dsp:spPr>
        <a:xfrm>
          <a:off x="0" y="2376697"/>
          <a:ext cx="8590209"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93E4C1-505D-44C9-9009-E7B9BA972A46}">
      <dsp:nvSpPr>
        <dsp:cNvPr id="0" name=""/>
        <dsp:cNvSpPr/>
      </dsp:nvSpPr>
      <dsp:spPr>
        <a:xfrm>
          <a:off x="0" y="1571916"/>
          <a:ext cx="8590209"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1B52EE-43C3-47B6-8E20-9F0B9D4BFD8F}">
      <dsp:nvSpPr>
        <dsp:cNvPr id="0" name=""/>
        <dsp:cNvSpPr/>
      </dsp:nvSpPr>
      <dsp:spPr>
        <a:xfrm>
          <a:off x="0" y="767135"/>
          <a:ext cx="8590209"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FA5649-948C-42E5-ABEF-370C646B5BF0}">
      <dsp:nvSpPr>
        <dsp:cNvPr id="0" name=""/>
        <dsp:cNvSpPr/>
      </dsp:nvSpPr>
      <dsp:spPr>
        <a:xfrm>
          <a:off x="2233454" y="676"/>
          <a:ext cx="6356754" cy="76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889000">
            <a:lnSpc>
              <a:spcPct val="90000"/>
            </a:lnSpc>
            <a:spcBef>
              <a:spcPct val="0"/>
            </a:spcBef>
            <a:spcAft>
              <a:spcPct val="35000"/>
            </a:spcAft>
            <a:buNone/>
          </a:pPr>
          <a:r>
            <a:rPr lang="en-US" sz="2000" kern="1200" dirty="0"/>
            <a:t>Optimized version of </a:t>
          </a:r>
          <a:r>
            <a:rPr lang="en-US" sz="2000" kern="1200" dirty="0" err="1"/>
            <a:t>apache</a:t>
          </a:r>
          <a:r>
            <a:rPr lang="en-US" sz="2000" kern="1200" dirty="0"/>
            <a:t> spark library. Scala, java, ubuntu, GPU, spark, </a:t>
          </a:r>
          <a:r>
            <a:rPr lang="en-US" sz="2000" kern="1200" dirty="0" err="1"/>
            <a:t>deltalake</a:t>
          </a:r>
          <a:r>
            <a:rPr lang="en-US" sz="2000" kern="1200" dirty="0"/>
            <a:t>, Python, R  Ubuntu</a:t>
          </a:r>
        </a:p>
      </dsp:txBody>
      <dsp:txXfrm>
        <a:off x="2233454" y="676"/>
        <a:ext cx="6356754" cy="766458"/>
      </dsp:txXfrm>
    </dsp:sp>
    <dsp:sp modelId="{DA5F46D6-0824-43E8-A720-975DCA031465}">
      <dsp:nvSpPr>
        <dsp:cNvPr id="0" name=""/>
        <dsp:cNvSpPr/>
      </dsp:nvSpPr>
      <dsp:spPr>
        <a:xfrm>
          <a:off x="0" y="676"/>
          <a:ext cx="2233454" cy="766458"/>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Databricks Runtime</a:t>
          </a:r>
        </a:p>
      </dsp:txBody>
      <dsp:txXfrm>
        <a:off x="37422" y="38098"/>
        <a:ext cx="2158610" cy="729036"/>
      </dsp:txXfrm>
    </dsp:sp>
    <dsp:sp modelId="{6009735C-49C8-4451-8553-A5C96990FAC5}">
      <dsp:nvSpPr>
        <dsp:cNvPr id="0" name=""/>
        <dsp:cNvSpPr/>
      </dsp:nvSpPr>
      <dsp:spPr>
        <a:xfrm>
          <a:off x="2233454" y="805457"/>
          <a:ext cx="6356754" cy="76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889000">
            <a:lnSpc>
              <a:spcPct val="90000"/>
            </a:lnSpc>
            <a:spcBef>
              <a:spcPct val="0"/>
            </a:spcBef>
            <a:spcAft>
              <a:spcPct val="35000"/>
            </a:spcAft>
            <a:buNone/>
          </a:pPr>
          <a:r>
            <a:rPr lang="en-US" sz="2000" kern="1200" dirty="0"/>
            <a:t>ML libraries like </a:t>
          </a:r>
          <a:r>
            <a:rPr lang="en-US" sz="2000" kern="1200" dirty="0" err="1"/>
            <a:t>PyTorch</a:t>
          </a:r>
          <a:r>
            <a:rPr lang="en-US" sz="2000" kern="1200" dirty="0"/>
            <a:t>, </a:t>
          </a:r>
          <a:r>
            <a:rPr lang="en-US" sz="2000" kern="1200" dirty="0" err="1"/>
            <a:t>Keras</a:t>
          </a:r>
          <a:r>
            <a:rPr lang="en-US" sz="2000" kern="1200" dirty="0"/>
            <a:t>, </a:t>
          </a:r>
          <a:r>
            <a:rPr lang="en-US" sz="2000" kern="1200" dirty="0" err="1"/>
            <a:t>Tensorflow</a:t>
          </a:r>
          <a:r>
            <a:rPr lang="en-US" sz="2000" kern="1200" dirty="0"/>
            <a:t>, </a:t>
          </a:r>
          <a:r>
            <a:rPr lang="en-US" sz="2000" kern="1200" dirty="0" err="1"/>
            <a:t>Xgboost</a:t>
          </a:r>
          <a:r>
            <a:rPr lang="en-US" sz="2000" kern="1200" dirty="0"/>
            <a:t> </a:t>
          </a:r>
          <a:r>
            <a:rPr lang="en-US" sz="2000" kern="1200" dirty="0" err="1"/>
            <a:t>etc</a:t>
          </a:r>
          <a:endParaRPr lang="en-US" sz="2000" kern="1200" dirty="0"/>
        </a:p>
      </dsp:txBody>
      <dsp:txXfrm>
        <a:off x="2233454" y="805457"/>
        <a:ext cx="6356754" cy="766458"/>
      </dsp:txXfrm>
    </dsp:sp>
    <dsp:sp modelId="{D82945CB-E2DF-4389-9D48-67967A0FCFD6}">
      <dsp:nvSpPr>
        <dsp:cNvPr id="0" name=""/>
        <dsp:cNvSpPr/>
      </dsp:nvSpPr>
      <dsp:spPr>
        <a:xfrm>
          <a:off x="0" y="805457"/>
          <a:ext cx="2233454" cy="766458"/>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Databricks runtime ML</a:t>
          </a:r>
        </a:p>
      </dsp:txBody>
      <dsp:txXfrm>
        <a:off x="37422" y="842879"/>
        <a:ext cx="2158610" cy="729036"/>
      </dsp:txXfrm>
    </dsp:sp>
    <dsp:sp modelId="{30513F5C-EC1D-432B-8702-77B2CF6B74BB}">
      <dsp:nvSpPr>
        <dsp:cNvPr id="0" name=""/>
        <dsp:cNvSpPr/>
      </dsp:nvSpPr>
      <dsp:spPr>
        <a:xfrm>
          <a:off x="2233454" y="1610238"/>
          <a:ext cx="6356754" cy="76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889000">
            <a:lnSpc>
              <a:spcPct val="90000"/>
            </a:lnSpc>
            <a:spcBef>
              <a:spcPct val="0"/>
            </a:spcBef>
            <a:spcAft>
              <a:spcPct val="35000"/>
            </a:spcAft>
            <a:buNone/>
          </a:pPr>
          <a:r>
            <a:rPr lang="en-US" sz="2000" kern="1200" dirty="0"/>
            <a:t>Everything from Databricks runtime, Photon engine </a:t>
          </a:r>
        </a:p>
      </dsp:txBody>
      <dsp:txXfrm>
        <a:off x="2233454" y="1610238"/>
        <a:ext cx="6356754" cy="766458"/>
      </dsp:txXfrm>
    </dsp:sp>
    <dsp:sp modelId="{5F0601E3-5556-49CC-91FA-467E5C28A3A8}">
      <dsp:nvSpPr>
        <dsp:cNvPr id="0" name=""/>
        <dsp:cNvSpPr/>
      </dsp:nvSpPr>
      <dsp:spPr>
        <a:xfrm>
          <a:off x="0" y="1610238"/>
          <a:ext cx="2233454" cy="766458"/>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Photon runtime</a:t>
          </a:r>
        </a:p>
      </dsp:txBody>
      <dsp:txXfrm>
        <a:off x="37422" y="1647660"/>
        <a:ext cx="2158610" cy="729036"/>
      </dsp:txXfrm>
    </dsp:sp>
    <dsp:sp modelId="{D35037AC-0F90-4474-A03C-D959826A5D1D}">
      <dsp:nvSpPr>
        <dsp:cNvPr id="0" name=""/>
        <dsp:cNvSpPr/>
      </dsp:nvSpPr>
      <dsp:spPr>
        <a:xfrm>
          <a:off x="2233454" y="2415019"/>
          <a:ext cx="6356754" cy="76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b" anchorCtr="0">
          <a:noAutofit/>
        </a:bodyPr>
        <a:lstStyle/>
        <a:p>
          <a:pPr marL="0" lvl="0" indent="0" algn="l" defTabSz="889000">
            <a:lnSpc>
              <a:spcPct val="90000"/>
            </a:lnSpc>
            <a:spcBef>
              <a:spcPct val="0"/>
            </a:spcBef>
            <a:spcAft>
              <a:spcPct val="35000"/>
            </a:spcAft>
            <a:buNone/>
          </a:pPr>
          <a:r>
            <a:rPr lang="en-US" sz="2000" kern="1200" dirty="0"/>
            <a:t>Runtime options for only jobs not requiring advance features</a:t>
          </a:r>
        </a:p>
      </dsp:txBody>
      <dsp:txXfrm>
        <a:off x="2233454" y="2415019"/>
        <a:ext cx="6356754" cy="766458"/>
      </dsp:txXfrm>
    </dsp:sp>
    <dsp:sp modelId="{987E9301-A493-4487-BDEB-DD6F375C523E}">
      <dsp:nvSpPr>
        <dsp:cNvPr id="0" name=""/>
        <dsp:cNvSpPr/>
      </dsp:nvSpPr>
      <dsp:spPr>
        <a:xfrm>
          <a:off x="0" y="2415019"/>
          <a:ext cx="2233454" cy="766458"/>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Databrick runtime Light</a:t>
          </a:r>
        </a:p>
      </dsp:txBody>
      <dsp:txXfrm>
        <a:off x="37422" y="2452441"/>
        <a:ext cx="2158610" cy="729036"/>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07T08:19:45.57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0,'1942'0,"-1924"1,1 1,20 5,33 2,156-1,157 1,1401-9,-1653-9,-8 0,628 8,-363 3,-259 7,1 0,-75-8,66 11,-53-6,122-6,-79-2,1386 2,-1471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9199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9199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c6f91993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c6f91993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c6f91993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c6f91993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e94b69053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e94b69053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ea182101c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ea182101c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ea182101c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ea182101c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c6f919934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c6f919934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c6f91993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c6f91993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e94b690536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e94b690536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e94b690536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e94b690536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e94b690536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e94b69053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94b690536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94b690536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e94b690536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e94b690536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e94b690536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e94b690536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94b69053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94b690536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e94b690536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e94b690536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e94b690536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e94b690536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ea182101c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ea182101c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e9ddd5c8a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9ddd5c8a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e94b690536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e94b690536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e9ddd5c8a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e9ddd5c8a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e9ddd5c8a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e9ddd5c8a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1156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e94b690536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e94b690536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e94b69053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e94b69053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e94b690536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e94b690536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e94b690536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e94b690536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ea49579c0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ea49579c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ea49579c0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ea49579c0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ea49579c0c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ea49579c0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ea49579c0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ea49579c0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ea49579c0c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ea49579c0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ea49579c0c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ea49579c0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e94b690536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e94b690536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0.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8.png"/><Relationship Id="rId1" Type="http://schemas.openxmlformats.org/officeDocument/2006/relationships/slideLayout" Target="../slideLayouts/slideLayout8.xml"/><Relationship Id="rId4" Type="http://schemas.openxmlformats.org/officeDocument/2006/relationships/image" Target="../media/image190.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hyperlink" Target="https://www.databricks.com/blog/2019/11/11/databricks-pools-speed-up-data-pipelines.html"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hyperlink" Target="https://azure.microsoft.com/en-gb/pricing/details/databricks/" TargetMode="Externa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4572000" y="1009375"/>
            <a:ext cx="4040700" cy="174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Databricks</a:t>
            </a:r>
            <a:endParaRPr/>
          </a:p>
        </p:txBody>
      </p:sp>
      <p:pic>
        <p:nvPicPr>
          <p:cNvPr id="68" name="Google Shape;68;p13"/>
          <p:cNvPicPr preferRelativeResize="0"/>
          <p:nvPr/>
        </p:nvPicPr>
        <p:blipFill>
          <a:blip r:embed="rId3">
            <a:alphaModFix/>
          </a:blip>
          <a:stretch>
            <a:fillRect/>
          </a:stretch>
        </p:blipFill>
        <p:spPr>
          <a:xfrm>
            <a:off x="371350" y="1009375"/>
            <a:ext cx="3611201" cy="3124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265500" y="1718250"/>
            <a:ext cx="4045200" cy="170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Audience</a:t>
            </a:r>
            <a:endParaRPr/>
          </a:p>
        </p:txBody>
      </p:sp>
      <p:sp>
        <p:nvSpPr>
          <p:cNvPr id="74" name="Google Shape;74;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Char char="●"/>
            </a:pPr>
            <a:r>
              <a:rPr lang="en"/>
              <a:t>No experience needed for Azure Databricks , we will start from Scratch</a:t>
            </a:r>
            <a:endParaRPr/>
          </a:p>
          <a:p>
            <a:pPr marL="457200" lvl="0" indent="-342900" algn="l" rtl="0">
              <a:spcBef>
                <a:spcPts val="1600"/>
              </a:spcBef>
              <a:spcAft>
                <a:spcPts val="0"/>
              </a:spcAft>
              <a:buSzPts val="1800"/>
              <a:buChar char="●"/>
            </a:pPr>
            <a:r>
              <a:rPr lang="en"/>
              <a:t> An Azure account for hands-on practical</a:t>
            </a:r>
            <a:endParaRPr/>
          </a:p>
          <a:p>
            <a:pPr marL="457200" lvl="0" indent="-342900" algn="l" rtl="0">
              <a:spcBef>
                <a:spcPts val="1600"/>
              </a:spcBef>
              <a:spcAft>
                <a:spcPts val="0"/>
              </a:spcAft>
              <a:buSzPts val="1800"/>
              <a:buChar char="●"/>
            </a:pPr>
            <a:r>
              <a:rPr lang="en"/>
              <a:t>Basic knowledge on Python and SQL</a:t>
            </a:r>
            <a:endParaRPr/>
          </a:p>
          <a:p>
            <a:pPr marL="457200" lvl="0" indent="-342900" algn="l" rtl="0">
              <a:spcBef>
                <a:spcPts val="1600"/>
              </a:spcBef>
              <a:spcAft>
                <a:spcPts val="1600"/>
              </a:spcAft>
              <a:buSzPts val="1800"/>
              <a:buChar char="●"/>
            </a:pPr>
            <a:r>
              <a:rPr lang="en"/>
              <a:t>Basic knowledge on Azure Cloud Environment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9B5AB-F231-7F9F-D0C5-722C39CA4DF2}"/>
              </a:ext>
            </a:extLst>
          </p:cNvPr>
          <p:cNvSpPr>
            <a:spLocks noGrp="1"/>
          </p:cNvSpPr>
          <p:nvPr>
            <p:ph type="title"/>
          </p:nvPr>
        </p:nvSpPr>
        <p:spPr/>
        <p:txBody>
          <a:bodyPr/>
          <a:lstStyle/>
          <a:p>
            <a:r>
              <a:rPr lang="en-US" dirty="0"/>
              <a:t>What is Databricks</a:t>
            </a:r>
          </a:p>
        </p:txBody>
      </p:sp>
      <p:sp>
        <p:nvSpPr>
          <p:cNvPr id="3" name="Text Placeholder 2">
            <a:extLst>
              <a:ext uri="{FF2B5EF4-FFF2-40B4-BE49-F238E27FC236}">
                <a16:creationId xmlns:a16="http://schemas.microsoft.com/office/drawing/2014/main" id="{B07E6CE8-3A15-98A1-94AA-8E686BB21551}"/>
              </a:ext>
            </a:extLst>
          </p:cNvPr>
          <p:cNvSpPr>
            <a:spLocks noGrp="1"/>
          </p:cNvSpPr>
          <p:nvPr>
            <p:ph type="body" idx="1"/>
          </p:nvPr>
        </p:nvSpPr>
        <p:spPr>
          <a:xfrm>
            <a:off x="180304" y="1828800"/>
            <a:ext cx="5067837" cy="2800475"/>
          </a:xfrm>
        </p:spPr>
        <p:txBody>
          <a:bodyPr/>
          <a:lstStyle/>
          <a:p>
            <a:r>
              <a:rPr lang="en-US" dirty="0"/>
              <a:t>Core of the Databricks is Apache spark used for developing big data projects</a:t>
            </a:r>
          </a:p>
          <a:p>
            <a:r>
              <a:rPr lang="en-US" dirty="0"/>
              <a:t>Databricks developed by Apache spark for providing necessary managerial layer.</a:t>
            </a:r>
          </a:p>
          <a:p>
            <a:r>
              <a:rPr lang="en-US" dirty="0"/>
              <a:t>Microsoft helps to make available Databricks services.</a:t>
            </a:r>
          </a:p>
          <a:p>
            <a:r>
              <a:rPr lang="en-US" dirty="0"/>
              <a:t>Collection of three services makes together Azure Databricks</a:t>
            </a:r>
          </a:p>
          <a:p>
            <a:endParaRPr lang="en-US" dirty="0"/>
          </a:p>
        </p:txBody>
      </p:sp>
      <p:pic>
        <p:nvPicPr>
          <p:cNvPr id="5" name="Picture 4">
            <a:extLst>
              <a:ext uri="{FF2B5EF4-FFF2-40B4-BE49-F238E27FC236}">
                <a16:creationId xmlns:a16="http://schemas.microsoft.com/office/drawing/2014/main" id="{AFA9DD2A-3542-8C7F-FB0E-D3AB552ACF4C}"/>
              </a:ext>
            </a:extLst>
          </p:cNvPr>
          <p:cNvPicPr>
            <a:picLocks noChangeAspect="1"/>
          </p:cNvPicPr>
          <p:nvPr/>
        </p:nvPicPr>
        <p:blipFill>
          <a:blip r:embed="rId2"/>
          <a:stretch>
            <a:fillRect/>
          </a:stretch>
        </p:blipFill>
        <p:spPr>
          <a:xfrm>
            <a:off x="5417176" y="1737422"/>
            <a:ext cx="3443489" cy="3099140"/>
          </a:xfrm>
          <a:prstGeom prst="rect">
            <a:avLst/>
          </a:prstGeom>
        </p:spPr>
      </p:pic>
    </p:spTree>
    <p:extLst>
      <p:ext uri="{BB962C8B-B14F-4D97-AF65-F5344CB8AC3E}">
        <p14:creationId xmlns:p14="http://schemas.microsoft.com/office/powerpoint/2010/main" val="290541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106500" y="264525"/>
            <a:ext cx="92400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Continuous Integration + Continuous Deployment</a:t>
            </a:r>
            <a:endParaRPr/>
          </a:p>
        </p:txBody>
      </p:sp>
      <p:pic>
        <p:nvPicPr>
          <p:cNvPr id="80" name="Google Shape;80;p15"/>
          <p:cNvPicPr preferRelativeResize="0"/>
          <p:nvPr/>
        </p:nvPicPr>
        <p:blipFill>
          <a:blip r:embed="rId3">
            <a:alphaModFix/>
          </a:blip>
          <a:stretch>
            <a:fillRect/>
          </a:stretch>
        </p:blipFill>
        <p:spPr>
          <a:xfrm>
            <a:off x="152400" y="2165725"/>
            <a:ext cx="8839200" cy="197084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17"/>
          <p:cNvPicPr preferRelativeResize="0"/>
          <p:nvPr/>
        </p:nvPicPr>
        <p:blipFill>
          <a:blip r:embed="rId3">
            <a:alphaModFix/>
          </a:blip>
          <a:stretch>
            <a:fillRect/>
          </a:stretch>
        </p:blipFill>
        <p:spPr>
          <a:xfrm>
            <a:off x="246925" y="514350"/>
            <a:ext cx="8693376" cy="4261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Processing in early days</a:t>
            </a:r>
            <a:endParaRPr/>
          </a:p>
        </p:txBody>
      </p:sp>
      <p:sp>
        <p:nvSpPr>
          <p:cNvPr id="96" name="Google Shape;96;p18"/>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Any big data technology uses the model called distributed computing</a:t>
            </a:r>
            <a:endParaRPr dirty="0"/>
          </a:p>
          <a:p>
            <a:pPr marL="457200" lvl="0" indent="-342900" algn="l" rtl="0">
              <a:spcBef>
                <a:spcPts val="0"/>
              </a:spcBef>
              <a:spcAft>
                <a:spcPts val="0"/>
              </a:spcAft>
              <a:buSzPts val="1800"/>
              <a:buChar char="●"/>
            </a:pPr>
            <a:r>
              <a:rPr lang="en" dirty="0"/>
              <a:t>Instead of having single processing system we may have distributed storage and distributed approach.</a:t>
            </a:r>
            <a:endParaRPr dirty="0"/>
          </a:p>
          <a:p>
            <a:pPr marL="457200" lvl="0" indent="-342900" algn="l" rtl="0">
              <a:spcBef>
                <a:spcPts val="0"/>
              </a:spcBef>
              <a:spcAft>
                <a:spcPts val="0"/>
              </a:spcAft>
              <a:buSzPts val="1800"/>
              <a:buChar char="●"/>
            </a:pPr>
            <a:r>
              <a:rPr lang="en" dirty="0"/>
              <a:t>Initially data analytics used to happen on single supercomputer,  which manages entire workflow</a:t>
            </a:r>
            <a:endParaRPr dirty="0"/>
          </a:p>
          <a:p>
            <a:pPr marL="457200" lvl="0" indent="-342900" algn="l" rtl="0">
              <a:spcBef>
                <a:spcPts val="0"/>
              </a:spcBef>
              <a:spcAft>
                <a:spcPts val="0"/>
              </a:spcAft>
              <a:buSzPts val="1800"/>
              <a:buChar char="●"/>
            </a:pPr>
            <a:r>
              <a:rPr lang="en" dirty="0"/>
              <a:t>When data limits are reached we need to add storage and compute. This is called vertical scaling.</a:t>
            </a:r>
            <a:endParaRPr dirty="0"/>
          </a:p>
          <a:p>
            <a:pPr marL="114300" lvl="0" indent="0" algn="l" rtl="0">
              <a:spcBef>
                <a:spcPts val="0"/>
              </a:spcBef>
              <a:spcAft>
                <a:spcPts val="0"/>
              </a:spcAft>
              <a:buSzPts val="1800"/>
              <a:buNone/>
            </a:pPr>
            <a:r>
              <a:rPr lang="en" dirty="0"/>
              <a:t>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Horizontal scaling</a:t>
            </a:r>
            <a:endParaRPr/>
          </a:p>
        </p:txBody>
      </p:sp>
      <p:sp>
        <p:nvSpPr>
          <p:cNvPr id="102" name="Google Shape;102;p19"/>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Computers are added in horizontally and work parallelly to execute the task.</a:t>
            </a:r>
            <a:endParaRPr dirty="0"/>
          </a:p>
          <a:p>
            <a:pPr marL="457200" lvl="0" indent="-342900" algn="l" rtl="0">
              <a:spcBef>
                <a:spcPts val="0"/>
              </a:spcBef>
              <a:spcAft>
                <a:spcPts val="0"/>
              </a:spcAft>
              <a:buSzPts val="1800"/>
              <a:buChar char="●"/>
            </a:pPr>
            <a:r>
              <a:rPr lang="en" dirty="0"/>
              <a:t>When limits for the set of computers for reached we just need to add another one. This approach is called horizontal scaling</a:t>
            </a:r>
            <a:endParaRPr dirty="0"/>
          </a:p>
          <a:p>
            <a:pPr marL="457200" lvl="0" indent="-342900" algn="l" rtl="0">
              <a:spcBef>
                <a:spcPts val="0"/>
              </a:spcBef>
              <a:spcAft>
                <a:spcPts val="0"/>
              </a:spcAft>
              <a:buSzPts val="1800"/>
              <a:buChar char="●"/>
            </a:pPr>
            <a:r>
              <a:rPr lang="en" dirty="0"/>
              <a:t>This group of computers share and work parellel promote faster completion of the task is called clusters</a:t>
            </a:r>
            <a:endParaRPr dirty="0"/>
          </a:p>
          <a:p>
            <a:pPr marL="457200" lvl="0" indent="-342900" algn="l" rtl="0">
              <a:spcBef>
                <a:spcPts val="0"/>
              </a:spcBef>
              <a:spcAft>
                <a:spcPts val="0"/>
              </a:spcAft>
              <a:buSzPts val="1800"/>
              <a:buChar char="●"/>
            </a:pPr>
            <a:r>
              <a:rPr lang="en" dirty="0"/>
              <a:t>As each computer will have the operating system to coordinate this group of computers together. There will be an OS which is call operation cluster manager</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Big data approach</a:t>
            </a:r>
            <a:endParaRPr/>
          </a:p>
        </p:txBody>
      </p:sp>
      <p:pic>
        <p:nvPicPr>
          <p:cNvPr id="108" name="Google Shape;108;p20"/>
          <p:cNvPicPr preferRelativeResize="0"/>
          <p:nvPr/>
        </p:nvPicPr>
        <p:blipFill>
          <a:blip r:embed="rId3">
            <a:alphaModFix/>
          </a:blip>
          <a:stretch>
            <a:fillRect/>
          </a:stretch>
        </p:blipFill>
        <p:spPr>
          <a:xfrm>
            <a:off x="975350" y="1717600"/>
            <a:ext cx="2350054" cy="3332275"/>
          </a:xfrm>
          <a:prstGeom prst="rect">
            <a:avLst/>
          </a:prstGeom>
          <a:noFill/>
          <a:ln>
            <a:noFill/>
          </a:ln>
        </p:spPr>
      </p:pic>
      <p:pic>
        <p:nvPicPr>
          <p:cNvPr id="109" name="Google Shape;109;p20"/>
          <p:cNvPicPr preferRelativeResize="0"/>
          <p:nvPr/>
        </p:nvPicPr>
        <p:blipFill>
          <a:blip r:embed="rId4">
            <a:alphaModFix/>
          </a:blip>
          <a:stretch>
            <a:fillRect/>
          </a:stretch>
        </p:blipFill>
        <p:spPr>
          <a:xfrm>
            <a:off x="4344879" y="1717600"/>
            <a:ext cx="3534443" cy="333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308600" y="999300"/>
            <a:ext cx="4002000" cy="2426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Traditional Hadoop mapreduce processing</a:t>
            </a:r>
            <a:endParaRPr/>
          </a:p>
        </p:txBody>
      </p:sp>
      <p:sp>
        <p:nvSpPr>
          <p:cNvPr id="115" name="Google Shape;115;p21"/>
          <p:cNvSpPr txBox="1">
            <a:spLocks noGrp="1"/>
          </p:cNvSpPr>
          <p:nvPr>
            <p:ph type="body" idx="2"/>
          </p:nvPr>
        </p:nvSpPr>
        <p:spPr>
          <a:xfrm>
            <a:off x="4731300" y="264525"/>
            <a:ext cx="4306500" cy="46437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Char char="●"/>
            </a:pPr>
            <a:r>
              <a:rPr lang="en"/>
              <a:t>Storage HDFS disc</a:t>
            </a:r>
            <a:endParaRPr/>
          </a:p>
          <a:p>
            <a:pPr marL="914400" lvl="1" indent="-317500" algn="l" rtl="0">
              <a:spcBef>
                <a:spcPts val="1600"/>
              </a:spcBef>
              <a:spcAft>
                <a:spcPts val="0"/>
              </a:spcAft>
              <a:buSzPts val="1400"/>
              <a:buChar char="○"/>
            </a:pPr>
            <a:r>
              <a:rPr lang="en"/>
              <a:t>HDFS read</a:t>
            </a:r>
            <a:endParaRPr/>
          </a:p>
          <a:p>
            <a:pPr marL="457200" lvl="0" indent="-342900" algn="l" rtl="0">
              <a:spcBef>
                <a:spcPts val="1600"/>
              </a:spcBef>
              <a:spcAft>
                <a:spcPts val="0"/>
              </a:spcAft>
              <a:buSzPts val="1800"/>
              <a:buChar char="●"/>
            </a:pPr>
            <a:r>
              <a:rPr lang="en"/>
              <a:t>Iteration 1 - Process data</a:t>
            </a:r>
            <a:endParaRPr/>
          </a:p>
          <a:p>
            <a:pPr marL="914400" lvl="1" indent="-317500" algn="l" rtl="0">
              <a:spcBef>
                <a:spcPts val="1600"/>
              </a:spcBef>
              <a:spcAft>
                <a:spcPts val="0"/>
              </a:spcAft>
              <a:buSzPts val="1400"/>
              <a:buChar char="○"/>
            </a:pPr>
            <a:r>
              <a:rPr lang="en"/>
              <a:t>HDFS write</a:t>
            </a:r>
            <a:endParaRPr/>
          </a:p>
          <a:p>
            <a:pPr marL="457200" lvl="0" indent="-342900" algn="l" rtl="0">
              <a:spcBef>
                <a:spcPts val="1600"/>
              </a:spcBef>
              <a:spcAft>
                <a:spcPts val="0"/>
              </a:spcAft>
              <a:buSzPts val="1800"/>
              <a:buChar char="●"/>
            </a:pPr>
            <a:r>
              <a:rPr lang="en"/>
              <a:t>Storage HDFS disc</a:t>
            </a:r>
            <a:endParaRPr/>
          </a:p>
          <a:p>
            <a:pPr marL="914400" lvl="1" indent="-317500" algn="l" rtl="0">
              <a:spcBef>
                <a:spcPts val="1600"/>
              </a:spcBef>
              <a:spcAft>
                <a:spcPts val="0"/>
              </a:spcAft>
              <a:buSzPts val="1400"/>
              <a:buChar char="○"/>
            </a:pPr>
            <a:r>
              <a:rPr lang="en"/>
              <a:t>HDFS read</a:t>
            </a:r>
            <a:endParaRPr/>
          </a:p>
          <a:p>
            <a:pPr marL="457200" lvl="0" indent="-342900" algn="l" rtl="0">
              <a:spcBef>
                <a:spcPts val="1600"/>
              </a:spcBef>
              <a:spcAft>
                <a:spcPts val="0"/>
              </a:spcAft>
              <a:buSzPts val="1800"/>
              <a:buChar char="●"/>
            </a:pPr>
            <a:r>
              <a:rPr lang="en"/>
              <a:t>Iteration 1 - Process data</a:t>
            </a:r>
            <a:endParaRPr/>
          </a:p>
          <a:p>
            <a:pPr marL="914400" lvl="1" indent="-317500" algn="l" rtl="0">
              <a:spcBef>
                <a:spcPts val="1600"/>
              </a:spcBef>
              <a:spcAft>
                <a:spcPts val="0"/>
              </a:spcAft>
              <a:buSzPts val="1400"/>
              <a:buChar char="○"/>
            </a:pPr>
            <a:r>
              <a:rPr lang="en"/>
              <a:t>HDFS write</a:t>
            </a:r>
            <a:endParaRPr/>
          </a:p>
          <a:p>
            <a:pPr marL="457200" lvl="0" indent="-342900" algn="l" rtl="0">
              <a:spcBef>
                <a:spcPts val="1600"/>
              </a:spcBef>
              <a:spcAft>
                <a:spcPts val="1600"/>
              </a:spcAft>
              <a:buSzPts val="1800"/>
              <a:buChar char="●"/>
            </a:pPr>
            <a:r>
              <a:rPr lang="en"/>
              <a:t>Storage HDFS disc</a:t>
            </a:r>
            <a:endParaRPr/>
          </a:p>
        </p:txBody>
      </p:sp>
      <p:sp>
        <p:nvSpPr>
          <p:cNvPr id="116" name="Google Shape;116;p21"/>
          <p:cNvSpPr/>
          <p:nvPr/>
        </p:nvSpPr>
        <p:spPr>
          <a:xfrm>
            <a:off x="4572000" y="999300"/>
            <a:ext cx="689100" cy="999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7" name="Google Shape;117;p21"/>
          <p:cNvSpPr/>
          <p:nvPr/>
        </p:nvSpPr>
        <p:spPr>
          <a:xfrm>
            <a:off x="4371700" y="2988650"/>
            <a:ext cx="689100" cy="999300"/>
          </a:xfrm>
          <a:prstGeom prst="curvedRigh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Emergence of spark</a:t>
            </a:r>
            <a:endParaRPr/>
          </a:p>
        </p:txBody>
      </p:sp>
      <p:pic>
        <p:nvPicPr>
          <p:cNvPr id="123" name="Google Shape;123;p22"/>
          <p:cNvPicPr preferRelativeResize="0"/>
          <p:nvPr/>
        </p:nvPicPr>
        <p:blipFill>
          <a:blip r:embed="rId3">
            <a:alphaModFix/>
          </a:blip>
          <a:stretch>
            <a:fillRect/>
          </a:stretch>
        </p:blipFill>
        <p:spPr>
          <a:xfrm>
            <a:off x="152400" y="2129100"/>
            <a:ext cx="8839199" cy="239453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E07C4-495E-A235-91B6-B0AE6915371E}"/>
              </a:ext>
            </a:extLst>
          </p:cNvPr>
          <p:cNvSpPr>
            <a:spLocks noGrp="1"/>
          </p:cNvSpPr>
          <p:nvPr>
            <p:ph type="title"/>
          </p:nvPr>
        </p:nvSpPr>
        <p:spPr/>
        <p:txBody>
          <a:bodyPr/>
          <a:lstStyle/>
          <a:p>
            <a:r>
              <a:rPr lang="en-US" dirty="0"/>
              <a:t>Apache spark</a:t>
            </a:r>
          </a:p>
        </p:txBody>
      </p:sp>
      <p:sp>
        <p:nvSpPr>
          <p:cNvPr id="3" name="Text Placeholder 2">
            <a:extLst>
              <a:ext uri="{FF2B5EF4-FFF2-40B4-BE49-F238E27FC236}">
                <a16:creationId xmlns:a16="http://schemas.microsoft.com/office/drawing/2014/main" id="{82D7EC3D-0A4A-C740-5F06-637ECE25EDB4}"/>
              </a:ext>
            </a:extLst>
          </p:cNvPr>
          <p:cNvSpPr>
            <a:spLocks noGrp="1"/>
          </p:cNvSpPr>
          <p:nvPr>
            <p:ph type="body" idx="1"/>
          </p:nvPr>
        </p:nvSpPr>
        <p:spPr/>
        <p:txBody>
          <a:bodyPr/>
          <a:lstStyle/>
          <a:p>
            <a:pPr algn="l"/>
            <a:r>
              <a:rPr lang="en-US" sz="1800" b="1" i="0" u="none" strike="noStrike" baseline="0" dirty="0">
                <a:solidFill>
                  <a:schemeClr val="bg2"/>
                </a:solidFill>
                <a:latin typeface="Arial-BoldMT"/>
              </a:rPr>
              <a:t>Apache Spark is a lightning-fast unified analytics engine for big</a:t>
            </a:r>
          </a:p>
          <a:p>
            <a:pPr marL="114300" indent="0" algn="l">
              <a:buNone/>
            </a:pPr>
            <a:r>
              <a:rPr lang="en-US" sz="1800" b="1" i="0" u="none" strike="noStrike" baseline="0" dirty="0">
                <a:solidFill>
                  <a:schemeClr val="bg2"/>
                </a:solidFill>
                <a:latin typeface="Arial-BoldMT"/>
              </a:rPr>
              <a:t>data processing and machine learning</a:t>
            </a:r>
          </a:p>
          <a:p>
            <a:r>
              <a:rPr lang="en-US" b="1" dirty="0">
                <a:solidFill>
                  <a:schemeClr val="bg2"/>
                </a:solidFill>
                <a:latin typeface="Arial-BoldMT"/>
              </a:rPr>
              <a:t>Open source</a:t>
            </a:r>
          </a:p>
          <a:p>
            <a:r>
              <a:rPr lang="en-US" sz="1800" b="1" i="0" u="none" strike="noStrike" baseline="0" dirty="0">
                <a:solidFill>
                  <a:schemeClr val="bg2"/>
                </a:solidFill>
                <a:latin typeface="Arial-BoldMT"/>
              </a:rPr>
              <a:t>Simple and easy to use AP</a:t>
            </a:r>
            <a:r>
              <a:rPr lang="en-US" b="1" dirty="0">
                <a:solidFill>
                  <a:schemeClr val="bg2"/>
                </a:solidFill>
                <a:latin typeface="Arial-BoldMT"/>
              </a:rPr>
              <a:t>I’s</a:t>
            </a:r>
          </a:p>
          <a:p>
            <a:r>
              <a:rPr lang="en-US" sz="1800" b="1" i="0" u="none" strike="noStrike" baseline="0" dirty="0">
                <a:solidFill>
                  <a:schemeClr val="bg2"/>
                </a:solidFill>
                <a:latin typeface="Arial-BoldMT"/>
              </a:rPr>
              <a:t>In memory processing engine</a:t>
            </a:r>
          </a:p>
          <a:p>
            <a:r>
              <a:rPr lang="en-US" b="1" dirty="0">
                <a:solidFill>
                  <a:schemeClr val="bg2"/>
                </a:solidFill>
                <a:latin typeface="Arial-BoldMT"/>
              </a:rPr>
              <a:t>Distributed computing Platform</a:t>
            </a:r>
          </a:p>
          <a:p>
            <a:r>
              <a:rPr lang="en-US" sz="1800" b="1" i="0" u="none" strike="noStrike" baseline="0" dirty="0">
                <a:solidFill>
                  <a:schemeClr val="bg2"/>
                </a:solidFill>
                <a:latin typeface="Arial-BoldMT"/>
              </a:rPr>
              <a:t>Unified engine which supports SQL, Streaming, ML and graph processing </a:t>
            </a:r>
          </a:p>
        </p:txBody>
      </p:sp>
    </p:spTree>
    <p:extLst>
      <p:ext uri="{BB962C8B-B14F-4D97-AF65-F5344CB8AC3E}">
        <p14:creationId xmlns:p14="http://schemas.microsoft.com/office/powerpoint/2010/main" val="2589105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Apache spark</a:t>
            </a:r>
            <a:endParaRPr/>
          </a:p>
        </p:txBody>
      </p:sp>
      <p:sp>
        <p:nvSpPr>
          <p:cNvPr id="129" name="Google Shape;129;p23"/>
          <p:cNvSpPr txBox="1"/>
          <p:nvPr/>
        </p:nvSpPr>
        <p:spPr>
          <a:xfrm>
            <a:off x="308600" y="2042700"/>
            <a:ext cx="8861400" cy="2586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a:latin typeface="Roboto"/>
                <a:ea typeface="Roboto"/>
                <a:cs typeface="Roboto"/>
                <a:sym typeface="Roboto"/>
              </a:rPr>
              <a:t>Apache spark is an open source in-memory application framework for distributed data processing and iterative analysis on massive data volumes</a:t>
            </a:r>
            <a:endParaRPr sz="2000">
              <a:latin typeface="Roboto"/>
              <a:ea typeface="Roboto"/>
              <a:cs typeface="Roboto"/>
              <a:sym typeface="Roboto"/>
            </a:endParaRPr>
          </a:p>
          <a:p>
            <a:pPr marL="0" lvl="0" indent="0" algn="l" rtl="0">
              <a:lnSpc>
                <a:spcPct val="115000"/>
              </a:lnSpc>
              <a:spcBef>
                <a:spcPts val="0"/>
              </a:spcBef>
              <a:spcAft>
                <a:spcPts val="0"/>
              </a:spcAft>
              <a:buNone/>
            </a:pPr>
            <a:endParaRPr sz="2000">
              <a:latin typeface="Roboto"/>
              <a:ea typeface="Roboto"/>
              <a:cs typeface="Roboto"/>
              <a:sym typeface="Roboto"/>
            </a:endParaRPr>
          </a:p>
          <a:p>
            <a:pPr marL="0" lvl="0" indent="0" algn="l" rtl="0">
              <a:lnSpc>
                <a:spcPct val="115000"/>
              </a:lnSpc>
              <a:spcBef>
                <a:spcPts val="0"/>
              </a:spcBef>
              <a:spcAft>
                <a:spcPts val="0"/>
              </a:spcAft>
              <a:buNone/>
            </a:pPr>
            <a:r>
              <a:rPr lang="en" sz="2000">
                <a:latin typeface="Roboto"/>
                <a:ea typeface="Roboto"/>
                <a:cs typeface="Roboto"/>
                <a:sym typeface="Roboto"/>
              </a:rPr>
              <a:t>In simple terms, Spark is a </a:t>
            </a:r>
            <a:endParaRPr sz="2000">
              <a:latin typeface="Roboto"/>
              <a:ea typeface="Roboto"/>
              <a:cs typeface="Roboto"/>
              <a:sym typeface="Roboto"/>
            </a:endParaRPr>
          </a:p>
          <a:p>
            <a:pPr marL="457200" lvl="0" indent="-355600" algn="l" rtl="0">
              <a:lnSpc>
                <a:spcPct val="115000"/>
              </a:lnSpc>
              <a:spcBef>
                <a:spcPts val="0"/>
              </a:spcBef>
              <a:spcAft>
                <a:spcPts val="0"/>
              </a:spcAft>
              <a:buSzPts val="2000"/>
              <a:buFont typeface="Roboto"/>
              <a:buChar char="➢"/>
            </a:pPr>
            <a:r>
              <a:rPr lang="en" sz="2000">
                <a:latin typeface="Roboto"/>
                <a:ea typeface="Roboto"/>
                <a:cs typeface="Roboto"/>
                <a:sym typeface="Roboto"/>
              </a:rPr>
              <a:t>Compute Engine </a:t>
            </a:r>
            <a:endParaRPr sz="2000">
              <a:latin typeface="Roboto"/>
              <a:ea typeface="Roboto"/>
              <a:cs typeface="Roboto"/>
              <a:sym typeface="Roboto"/>
            </a:endParaRPr>
          </a:p>
          <a:p>
            <a:pPr marL="457200" lvl="0" indent="-355600" algn="l" rtl="0">
              <a:lnSpc>
                <a:spcPct val="115000"/>
              </a:lnSpc>
              <a:spcBef>
                <a:spcPts val="0"/>
              </a:spcBef>
              <a:spcAft>
                <a:spcPts val="0"/>
              </a:spcAft>
              <a:buSzPts val="2000"/>
              <a:buFont typeface="Roboto"/>
              <a:buChar char="➢"/>
            </a:pPr>
            <a:r>
              <a:rPr lang="en" sz="2000">
                <a:latin typeface="Roboto"/>
                <a:ea typeface="Roboto"/>
                <a:cs typeface="Roboto"/>
                <a:sym typeface="Roboto"/>
              </a:rPr>
              <a:t> Unified data processing System</a:t>
            </a:r>
            <a:endParaRPr sz="2000">
              <a:latin typeface="Roboto"/>
              <a:ea typeface="Roboto"/>
              <a:cs typeface="Roboto"/>
              <a:sym typeface="Roboto"/>
            </a:endParaRPr>
          </a:p>
          <a:p>
            <a:pPr marL="0" lvl="0" indent="0" algn="l" rtl="0">
              <a:spcBef>
                <a:spcPts val="0"/>
              </a:spcBef>
              <a:spcAft>
                <a:spcPts val="0"/>
              </a:spcAft>
              <a:buNone/>
            </a:pPr>
            <a:endParaRPr sz="1800">
              <a:solidFill>
                <a:schemeClr val="lt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6CC9B7C-2FB9-178E-841A-99892FFD7B00}"/>
              </a:ext>
            </a:extLst>
          </p:cNvPr>
          <p:cNvGraphicFramePr/>
          <p:nvPr>
            <p:extLst>
              <p:ext uri="{D42A27DB-BD31-4B8C-83A1-F6EECF244321}">
                <p14:modId xmlns:p14="http://schemas.microsoft.com/office/powerpoint/2010/main" val="2278780362"/>
              </p:ext>
            </p:extLst>
          </p:nvPr>
        </p:nvGraphicFramePr>
        <p:xfrm>
          <a:off x="3347523" y="52705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8BC865CB-3461-48B2-4522-CDFBFE032BD1}"/>
              </a:ext>
            </a:extLst>
          </p:cNvPr>
          <p:cNvSpPr txBox="1"/>
          <p:nvPr/>
        </p:nvSpPr>
        <p:spPr>
          <a:xfrm>
            <a:off x="5952901" y="3384997"/>
            <a:ext cx="1409700" cy="307777"/>
          </a:xfrm>
          <a:prstGeom prst="rect">
            <a:avLst/>
          </a:prstGeom>
          <a:noFill/>
        </p:spPr>
        <p:txBody>
          <a:bodyPr wrap="square" rtlCol="0">
            <a:spAutoFit/>
          </a:bodyPr>
          <a:lstStyle/>
          <a:p>
            <a:r>
              <a:rPr lang="en-US" dirty="0"/>
              <a:t>Databricks</a:t>
            </a:r>
          </a:p>
        </p:txBody>
      </p:sp>
      <p:graphicFrame>
        <p:nvGraphicFramePr>
          <p:cNvPr id="8" name="Diagram 7">
            <a:extLst>
              <a:ext uri="{FF2B5EF4-FFF2-40B4-BE49-F238E27FC236}">
                <a16:creationId xmlns:a16="http://schemas.microsoft.com/office/drawing/2014/main" id="{EB8755EF-2F14-3285-0E75-0A06F05718FF}"/>
              </a:ext>
            </a:extLst>
          </p:cNvPr>
          <p:cNvGraphicFramePr/>
          <p:nvPr>
            <p:extLst>
              <p:ext uri="{D42A27DB-BD31-4B8C-83A1-F6EECF244321}">
                <p14:modId xmlns:p14="http://schemas.microsoft.com/office/powerpoint/2010/main" val="705459988"/>
              </p:ext>
            </p:extLst>
          </p:nvPr>
        </p:nvGraphicFramePr>
        <p:xfrm>
          <a:off x="317500" y="425449"/>
          <a:ext cx="2445018" cy="44363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Arrow: Left-Right 8">
            <a:extLst>
              <a:ext uri="{FF2B5EF4-FFF2-40B4-BE49-F238E27FC236}">
                <a16:creationId xmlns:a16="http://schemas.microsoft.com/office/drawing/2014/main" id="{1E74A35F-1A96-0EB4-774A-C7774AAF4DBF}"/>
              </a:ext>
            </a:extLst>
          </p:cNvPr>
          <p:cNvSpPr/>
          <p:nvPr/>
        </p:nvSpPr>
        <p:spPr>
          <a:xfrm>
            <a:off x="2860809" y="2305050"/>
            <a:ext cx="1149350" cy="50800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220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p:nvPr/>
        </p:nvSpPr>
        <p:spPr>
          <a:xfrm>
            <a:off x="470275" y="279225"/>
            <a:ext cx="87000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latin typeface="Roboto"/>
                <a:ea typeface="Roboto"/>
                <a:cs typeface="Roboto"/>
                <a:sym typeface="Roboto"/>
              </a:rPr>
              <a:t>Apache Spark Ecosystem</a:t>
            </a:r>
            <a:endParaRPr sz="2200" b="1">
              <a:latin typeface="Roboto"/>
              <a:ea typeface="Roboto"/>
              <a:cs typeface="Roboto"/>
              <a:sym typeface="Roboto"/>
            </a:endParaRPr>
          </a:p>
        </p:txBody>
      </p:sp>
      <p:pic>
        <p:nvPicPr>
          <p:cNvPr id="135" name="Google Shape;135;p24"/>
          <p:cNvPicPr preferRelativeResize="0"/>
          <p:nvPr/>
        </p:nvPicPr>
        <p:blipFill>
          <a:blip r:embed="rId3">
            <a:alphaModFix/>
          </a:blip>
          <a:stretch>
            <a:fillRect/>
          </a:stretch>
        </p:blipFill>
        <p:spPr>
          <a:xfrm>
            <a:off x="152400" y="954825"/>
            <a:ext cx="8311921" cy="40362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is Databricks</a:t>
            </a:r>
            <a:endParaRPr dirty="0"/>
          </a:p>
        </p:txBody>
      </p:sp>
      <p:sp>
        <p:nvSpPr>
          <p:cNvPr id="141" name="Google Shape;141;p25"/>
          <p:cNvSpPr txBox="1"/>
          <p:nvPr/>
        </p:nvSpPr>
        <p:spPr>
          <a:xfrm>
            <a:off x="602525" y="1763475"/>
            <a:ext cx="8979000" cy="2831400"/>
          </a:xfrm>
          <a:prstGeom prst="rect">
            <a:avLst/>
          </a:prstGeom>
          <a:noFill/>
          <a:ln>
            <a:noFill/>
          </a:ln>
        </p:spPr>
        <p:txBody>
          <a:bodyPr spcFirstLastPara="1" wrap="square" lIns="91425" tIns="91425" rIns="91425" bIns="91425" anchor="t" anchorCtr="0">
            <a:spAutoFit/>
          </a:bodyPr>
          <a:lstStyle/>
          <a:p>
            <a:pPr marL="457200" lvl="0" indent="-349250" algn="l" rtl="0">
              <a:lnSpc>
                <a:spcPct val="115000"/>
              </a:lnSpc>
              <a:spcBef>
                <a:spcPts val="0"/>
              </a:spcBef>
              <a:spcAft>
                <a:spcPts val="0"/>
              </a:spcAft>
              <a:buSzPts val="1900"/>
              <a:buChar char="●"/>
            </a:pPr>
            <a:r>
              <a:rPr lang="en" sz="1900"/>
              <a:t>Unified Interface </a:t>
            </a:r>
            <a:endParaRPr sz="1900"/>
          </a:p>
          <a:p>
            <a:pPr marL="457200" lvl="0" indent="-349250" algn="l" rtl="0">
              <a:lnSpc>
                <a:spcPct val="115000"/>
              </a:lnSpc>
              <a:spcBef>
                <a:spcPts val="0"/>
              </a:spcBef>
              <a:spcAft>
                <a:spcPts val="0"/>
              </a:spcAft>
              <a:buSzPts val="1900"/>
              <a:buChar char="●"/>
            </a:pPr>
            <a:r>
              <a:rPr lang="en" sz="1900"/>
              <a:t>Open analytics platform </a:t>
            </a:r>
            <a:endParaRPr sz="1900"/>
          </a:p>
          <a:p>
            <a:pPr marL="457200" lvl="0" indent="-349250" algn="l" rtl="0">
              <a:lnSpc>
                <a:spcPct val="115000"/>
              </a:lnSpc>
              <a:spcBef>
                <a:spcPts val="0"/>
              </a:spcBef>
              <a:spcAft>
                <a:spcPts val="0"/>
              </a:spcAft>
              <a:buSzPts val="1900"/>
              <a:buChar char="●"/>
            </a:pPr>
            <a:r>
              <a:rPr lang="en" sz="1900"/>
              <a:t>Compute Management </a:t>
            </a:r>
            <a:endParaRPr sz="1900"/>
          </a:p>
          <a:p>
            <a:pPr marL="457200" lvl="0" indent="-349250" algn="l" rtl="0">
              <a:lnSpc>
                <a:spcPct val="115000"/>
              </a:lnSpc>
              <a:spcBef>
                <a:spcPts val="0"/>
              </a:spcBef>
              <a:spcAft>
                <a:spcPts val="0"/>
              </a:spcAft>
              <a:buSzPts val="1900"/>
              <a:buChar char="●"/>
            </a:pPr>
            <a:r>
              <a:rPr lang="en" sz="1900"/>
              <a:t>Notebooks </a:t>
            </a:r>
            <a:endParaRPr sz="1900"/>
          </a:p>
          <a:p>
            <a:pPr marL="457200" lvl="0" indent="-349250" algn="l" rtl="0">
              <a:lnSpc>
                <a:spcPct val="115000"/>
              </a:lnSpc>
              <a:spcBef>
                <a:spcPts val="0"/>
              </a:spcBef>
              <a:spcAft>
                <a:spcPts val="0"/>
              </a:spcAft>
              <a:buSzPts val="1900"/>
              <a:buChar char="●"/>
            </a:pPr>
            <a:r>
              <a:rPr lang="en" sz="1900"/>
              <a:t>Integrates with Cloud Storages </a:t>
            </a:r>
            <a:endParaRPr sz="1900"/>
          </a:p>
          <a:p>
            <a:pPr marL="457200" lvl="0" indent="-349250" algn="l" rtl="0">
              <a:lnSpc>
                <a:spcPct val="115000"/>
              </a:lnSpc>
              <a:spcBef>
                <a:spcPts val="0"/>
              </a:spcBef>
              <a:spcAft>
                <a:spcPts val="0"/>
              </a:spcAft>
              <a:buSzPts val="1900"/>
              <a:buChar char="●"/>
            </a:pPr>
            <a:r>
              <a:rPr lang="en" sz="1900"/>
              <a:t>MLFlow modeling </a:t>
            </a:r>
            <a:endParaRPr sz="1900"/>
          </a:p>
          <a:p>
            <a:pPr marL="457200" lvl="0" indent="-349250" algn="l" rtl="0">
              <a:lnSpc>
                <a:spcPct val="115000"/>
              </a:lnSpc>
              <a:spcBef>
                <a:spcPts val="0"/>
              </a:spcBef>
              <a:spcAft>
                <a:spcPts val="0"/>
              </a:spcAft>
              <a:buSzPts val="1900"/>
              <a:buChar char="●"/>
            </a:pPr>
            <a:r>
              <a:rPr lang="en" sz="1900"/>
              <a:t>Git </a:t>
            </a:r>
            <a:endParaRPr sz="1900"/>
          </a:p>
          <a:p>
            <a:pPr marL="457200" lvl="0" indent="-349250" algn="l" rtl="0">
              <a:lnSpc>
                <a:spcPct val="115000"/>
              </a:lnSpc>
              <a:spcBef>
                <a:spcPts val="0"/>
              </a:spcBef>
              <a:spcAft>
                <a:spcPts val="0"/>
              </a:spcAft>
              <a:buSzPts val="1900"/>
              <a:buChar char="●"/>
            </a:pPr>
            <a:r>
              <a:rPr lang="en" sz="1900"/>
              <a:t>SQL Warehouses</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How Databricks Work with Azure?</a:t>
            </a:r>
            <a:endParaRPr/>
          </a:p>
        </p:txBody>
      </p:sp>
      <p:sp>
        <p:nvSpPr>
          <p:cNvPr id="147" name="Google Shape;147;p26"/>
          <p:cNvSpPr txBox="1"/>
          <p:nvPr/>
        </p:nvSpPr>
        <p:spPr>
          <a:xfrm>
            <a:off x="471900" y="1940700"/>
            <a:ext cx="7669500" cy="2158800"/>
          </a:xfrm>
          <a:prstGeom prst="rect">
            <a:avLst/>
          </a:prstGeom>
          <a:noFill/>
          <a:ln>
            <a:noFill/>
          </a:ln>
        </p:spPr>
        <p:txBody>
          <a:bodyPr spcFirstLastPara="1" wrap="square" lIns="91425" tIns="91425" rIns="91425" bIns="91425" anchor="t" anchorCtr="0">
            <a:spAutoFit/>
          </a:bodyPr>
          <a:lstStyle/>
          <a:p>
            <a:pPr marL="457200" lvl="0" indent="-349250" algn="l" rtl="0">
              <a:lnSpc>
                <a:spcPct val="115000"/>
              </a:lnSpc>
              <a:spcBef>
                <a:spcPts val="0"/>
              </a:spcBef>
              <a:spcAft>
                <a:spcPts val="0"/>
              </a:spcAft>
              <a:buSzPts val="1900"/>
              <a:buChar char="➢"/>
            </a:pPr>
            <a:r>
              <a:rPr lang="en" sz="1900"/>
              <a:t>Unified billing </a:t>
            </a:r>
            <a:endParaRPr sz="1900"/>
          </a:p>
          <a:p>
            <a:pPr marL="457200" lvl="0" indent="-349250" algn="l" rtl="0">
              <a:lnSpc>
                <a:spcPct val="115000"/>
              </a:lnSpc>
              <a:spcBef>
                <a:spcPts val="0"/>
              </a:spcBef>
              <a:spcAft>
                <a:spcPts val="0"/>
              </a:spcAft>
              <a:buSzPts val="1900"/>
              <a:buChar char="➢"/>
            </a:pPr>
            <a:r>
              <a:rPr lang="en" sz="1900"/>
              <a:t>Integration with Data services </a:t>
            </a:r>
            <a:endParaRPr sz="1900"/>
          </a:p>
          <a:p>
            <a:pPr marL="457200" lvl="0" indent="-349250" algn="l" rtl="0">
              <a:lnSpc>
                <a:spcPct val="115000"/>
              </a:lnSpc>
              <a:spcBef>
                <a:spcPts val="0"/>
              </a:spcBef>
              <a:spcAft>
                <a:spcPts val="0"/>
              </a:spcAft>
              <a:buSzPts val="1900"/>
              <a:buChar char="➢"/>
            </a:pPr>
            <a:r>
              <a:rPr lang="en" sz="1900"/>
              <a:t>Azure Entra ID (previously Azure Active Directory </a:t>
            </a:r>
            <a:endParaRPr sz="1900"/>
          </a:p>
          <a:p>
            <a:pPr marL="457200" lvl="0" indent="-349250" algn="l" rtl="0">
              <a:lnSpc>
                <a:spcPct val="115000"/>
              </a:lnSpc>
              <a:spcBef>
                <a:spcPts val="0"/>
              </a:spcBef>
              <a:spcAft>
                <a:spcPts val="0"/>
              </a:spcAft>
              <a:buSzPts val="1900"/>
              <a:buChar char="➢"/>
            </a:pPr>
            <a:r>
              <a:rPr lang="en" sz="1900"/>
              <a:t>Azure Data Factory </a:t>
            </a:r>
            <a:endParaRPr sz="1900"/>
          </a:p>
          <a:p>
            <a:pPr marL="457200" lvl="0" indent="-349250" algn="l" rtl="0">
              <a:lnSpc>
                <a:spcPct val="115000"/>
              </a:lnSpc>
              <a:spcBef>
                <a:spcPts val="0"/>
              </a:spcBef>
              <a:spcAft>
                <a:spcPts val="0"/>
              </a:spcAft>
              <a:buSzPts val="1900"/>
              <a:buChar char="➢"/>
            </a:pPr>
            <a:r>
              <a:rPr lang="en" sz="1900"/>
              <a:t>Power BI </a:t>
            </a:r>
            <a:endParaRPr sz="1900"/>
          </a:p>
          <a:p>
            <a:pPr marL="457200" lvl="0" indent="-349250" algn="l" rtl="0">
              <a:lnSpc>
                <a:spcPct val="115000"/>
              </a:lnSpc>
              <a:spcBef>
                <a:spcPts val="0"/>
              </a:spcBef>
              <a:spcAft>
                <a:spcPts val="0"/>
              </a:spcAft>
              <a:buSzPts val="1900"/>
              <a:buChar char="➢"/>
            </a:pPr>
            <a:r>
              <a:rPr lang="en" sz="1900"/>
              <a:t>Azure DevOps</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txBox="1"/>
          <p:nvPr/>
        </p:nvSpPr>
        <p:spPr>
          <a:xfrm>
            <a:off x="352700" y="191050"/>
            <a:ext cx="88176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latin typeface="Roboto"/>
                <a:ea typeface="Roboto"/>
                <a:cs typeface="Roboto"/>
                <a:sym typeface="Roboto"/>
              </a:rPr>
              <a:t>Azure Databricks Architecture</a:t>
            </a:r>
            <a:endParaRPr sz="2200" b="1">
              <a:latin typeface="Roboto"/>
              <a:ea typeface="Roboto"/>
              <a:cs typeface="Roboto"/>
              <a:sym typeface="Roboto"/>
            </a:endParaRPr>
          </a:p>
        </p:txBody>
      </p:sp>
      <p:pic>
        <p:nvPicPr>
          <p:cNvPr id="153" name="Google Shape;153;p27"/>
          <p:cNvPicPr preferRelativeResize="0"/>
          <p:nvPr/>
        </p:nvPicPr>
        <p:blipFill>
          <a:blip r:embed="rId3">
            <a:alphaModFix/>
          </a:blip>
          <a:stretch>
            <a:fillRect/>
          </a:stretch>
        </p:blipFill>
        <p:spPr>
          <a:xfrm>
            <a:off x="225875" y="714250"/>
            <a:ext cx="8561763" cy="42768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A1CC3B-52CC-A8FD-7E9D-830BB19E0708}"/>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1252134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F3790E-81DC-5731-4409-BCB19F1FFE04}"/>
              </a:ext>
            </a:extLst>
          </p:cNvPr>
          <p:cNvPicPr>
            <a:picLocks noChangeAspect="1"/>
          </p:cNvPicPr>
          <p:nvPr/>
        </p:nvPicPr>
        <p:blipFill>
          <a:blip r:embed="rId2"/>
          <a:stretch>
            <a:fillRect/>
          </a:stretch>
        </p:blipFill>
        <p:spPr>
          <a:xfrm>
            <a:off x="0" y="140397"/>
            <a:ext cx="9144000" cy="4862705"/>
          </a:xfrm>
          <a:prstGeom prst="rect">
            <a:avLst/>
          </a:prstGeom>
        </p:spPr>
      </p:pic>
    </p:spTree>
    <p:extLst>
      <p:ext uri="{BB962C8B-B14F-4D97-AF65-F5344CB8AC3E}">
        <p14:creationId xmlns:p14="http://schemas.microsoft.com/office/powerpoint/2010/main" val="3682924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8CEC54-CF86-4F8C-1C0A-AE8902A714E8}"/>
              </a:ext>
            </a:extLst>
          </p:cNvPr>
          <p:cNvPicPr>
            <a:picLocks noChangeAspect="1"/>
          </p:cNvPicPr>
          <p:nvPr/>
        </p:nvPicPr>
        <p:blipFill>
          <a:blip r:embed="rId2"/>
          <a:stretch>
            <a:fillRect/>
          </a:stretch>
        </p:blipFill>
        <p:spPr>
          <a:xfrm>
            <a:off x="0" y="148678"/>
            <a:ext cx="9144000" cy="4846143"/>
          </a:xfrm>
          <a:prstGeom prst="rect">
            <a:avLst/>
          </a:prstGeom>
        </p:spPr>
      </p:pic>
    </p:spTree>
    <p:extLst>
      <p:ext uri="{BB962C8B-B14F-4D97-AF65-F5344CB8AC3E}">
        <p14:creationId xmlns:p14="http://schemas.microsoft.com/office/powerpoint/2010/main" val="1161442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B7F99C1-90A8-C0A5-FC3C-C2F74A47D93E}"/>
              </a:ext>
            </a:extLst>
          </p:cNvPr>
          <p:cNvSpPr/>
          <p:nvPr/>
        </p:nvSpPr>
        <p:spPr>
          <a:xfrm>
            <a:off x="3094674" y="2110085"/>
            <a:ext cx="2954655"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Clusters</a:t>
            </a:r>
          </a:p>
        </p:txBody>
      </p:sp>
    </p:spTree>
    <p:extLst>
      <p:ext uri="{BB962C8B-B14F-4D97-AF65-F5344CB8AC3E}">
        <p14:creationId xmlns:p14="http://schemas.microsoft.com/office/powerpoint/2010/main" val="170619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6F1B6A-27CB-8105-779C-6C9AB276FFE9}"/>
              </a:ext>
            </a:extLst>
          </p:cNvPr>
          <p:cNvSpPr txBox="1"/>
          <p:nvPr/>
        </p:nvSpPr>
        <p:spPr>
          <a:xfrm>
            <a:off x="673100" y="349250"/>
            <a:ext cx="7753350" cy="738664"/>
          </a:xfrm>
          <a:prstGeom prst="rect">
            <a:avLst/>
          </a:prstGeom>
          <a:noFill/>
        </p:spPr>
        <p:txBody>
          <a:bodyPr wrap="square" rtlCol="0">
            <a:spAutoFit/>
          </a:bodyPr>
          <a:lstStyle/>
          <a:p>
            <a:r>
              <a:rPr lang="en-US" dirty="0"/>
              <a:t>Step by step working on clusters:</a:t>
            </a:r>
          </a:p>
          <a:p>
            <a:endParaRPr lang="en-US" dirty="0"/>
          </a:p>
          <a:p>
            <a:endParaRPr lang="en-US" dirty="0"/>
          </a:p>
        </p:txBody>
      </p:sp>
      <p:graphicFrame>
        <p:nvGraphicFramePr>
          <p:cNvPr id="3" name="Diagram 2">
            <a:extLst>
              <a:ext uri="{FF2B5EF4-FFF2-40B4-BE49-F238E27FC236}">
                <a16:creationId xmlns:a16="http://schemas.microsoft.com/office/drawing/2014/main" id="{F28B2BCC-E53F-BC52-BF4C-232AEB158B47}"/>
              </a:ext>
            </a:extLst>
          </p:cNvPr>
          <p:cNvGraphicFramePr/>
          <p:nvPr>
            <p:extLst>
              <p:ext uri="{D42A27DB-BD31-4B8C-83A1-F6EECF244321}">
                <p14:modId xmlns:p14="http://schemas.microsoft.com/office/powerpoint/2010/main" val="2080605838"/>
              </p:ext>
            </p:extLst>
          </p:nvPr>
        </p:nvGraphicFramePr>
        <p:xfrm>
          <a:off x="838200" y="1087914"/>
          <a:ext cx="3048000" cy="3270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a:extLst>
              <a:ext uri="{FF2B5EF4-FFF2-40B4-BE49-F238E27FC236}">
                <a16:creationId xmlns:a16="http://schemas.microsoft.com/office/drawing/2014/main" id="{163DFF5D-F4F8-EACB-68FF-8D89B15E5A04}"/>
              </a:ext>
            </a:extLst>
          </p:cNvPr>
          <p:cNvGraphicFramePr/>
          <p:nvPr>
            <p:extLst>
              <p:ext uri="{D42A27DB-BD31-4B8C-83A1-F6EECF244321}">
                <p14:modId xmlns:p14="http://schemas.microsoft.com/office/powerpoint/2010/main" val="2071910603"/>
              </p:ext>
            </p:extLst>
          </p:nvPr>
        </p:nvGraphicFramePr>
        <p:xfrm>
          <a:off x="4632325" y="1043464"/>
          <a:ext cx="3048000" cy="32702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TextBox 4">
            <a:extLst>
              <a:ext uri="{FF2B5EF4-FFF2-40B4-BE49-F238E27FC236}">
                <a16:creationId xmlns:a16="http://schemas.microsoft.com/office/drawing/2014/main" id="{A13614A4-5767-A8AB-3950-63F1240566A6}"/>
              </a:ext>
            </a:extLst>
          </p:cNvPr>
          <p:cNvSpPr txBox="1"/>
          <p:nvPr/>
        </p:nvSpPr>
        <p:spPr>
          <a:xfrm>
            <a:off x="998112" y="1231900"/>
            <a:ext cx="2517819" cy="307777"/>
          </a:xfrm>
          <a:prstGeom prst="rect">
            <a:avLst/>
          </a:prstGeom>
          <a:noFill/>
        </p:spPr>
        <p:txBody>
          <a:bodyPr wrap="square" rtlCol="0">
            <a:spAutoFit/>
          </a:bodyPr>
          <a:lstStyle/>
          <a:p>
            <a:r>
              <a:rPr lang="en-US" dirty="0"/>
              <a:t>What is Databricks cluster</a:t>
            </a:r>
          </a:p>
        </p:txBody>
      </p:sp>
      <p:sp>
        <p:nvSpPr>
          <p:cNvPr id="6" name="TextBox 5">
            <a:extLst>
              <a:ext uri="{FF2B5EF4-FFF2-40B4-BE49-F238E27FC236}">
                <a16:creationId xmlns:a16="http://schemas.microsoft.com/office/drawing/2014/main" id="{407ABB1E-F8AB-920E-C4F3-55A63F87575F}"/>
              </a:ext>
            </a:extLst>
          </p:cNvPr>
          <p:cNvSpPr txBox="1"/>
          <p:nvPr/>
        </p:nvSpPr>
        <p:spPr>
          <a:xfrm>
            <a:off x="4874654" y="1231900"/>
            <a:ext cx="1886754" cy="307777"/>
          </a:xfrm>
          <a:prstGeom prst="rect">
            <a:avLst/>
          </a:prstGeom>
          <a:noFill/>
        </p:spPr>
        <p:txBody>
          <a:bodyPr wrap="square" rtlCol="0">
            <a:spAutoFit/>
          </a:bodyPr>
          <a:lstStyle/>
          <a:p>
            <a:r>
              <a:rPr lang="en-US" dirty="0"/>
              <a:t>Pricing</a:t>
            </a:r>
          </a:p>
        </p:txBody>
      </p:sp>
    </p:spTree>
    <p:extLst>
      <p:ext uri="{BB962C8B-B14F-4D97-AF65-F5344CB8AC3E}">
        <p14:creationId xmlns:p14="http://schemas.microsoft.com/office/powerpoint/2010/main" val="3159249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Azure Databricks Compute?</a:t>
            </a:r>
            <a:endParaRPr/>
          </a:p>
        </p:txBody>
      </p:sp>
      <p:sp>
        <p:nvSpPr>
          <p:cNvPr id="159" name="Google Shape;159;p28"/>
          <p:cNvSpPr txBox="1"/>
          <p:nvPr/>
        </p:nvSpPr>
        <p:spPr>
          <a:xfrm>
            <a:off x="293925" y="1763475"/>
            <a:ext cx="8582400" cy="2874603"/>
          </a:xfrm>
          <a:prstGeom prst="rect">
            <a:avLst/>
          </a:prstGeom>
          <a:noFill/>
          <a:ln>
            <a:noFill/>
          </a:ln>
        </p:spPr>
        <p:txBody>
          <a:bodyPr spcFirstLastPara="1" wrap="square" lIns="91425" tIns="91425" rIns="91425" bIns="91425" anchor="t" anchorCtr="0">
            <a:spAutoFit/>
          </a:bodyPr>
          <a:lstStyle/>
          <a:p>
            <a:pPr marL="457200" lvl="0" indent="-349250" algn="l" rtl="0">
              <a:lnSpc>
                <a:spcPct val="115000"/>
              </a:lnSpc>
              <a:spcBef>
                <a:spcPts val="0"/>
              </a:spcBef>
              <a:spcAft>
                <a:spcPts val="0"/>
              </a:spcAft>
              <a:buSzPts val="1900"/>
              <a:buChar char="➢"/>
            </a:pPr>
            <a:r>
              <a:rPr lang="en" sz="1900" dirty="0"/>
              <a:t>Cluster is a set of computation resources and configurations to run your workloads </a:t>
            </a:r>
            <a:endParaRPr sz="1900" dirty="0"/>
          </a:p>
          <a:p>
            <a:pPr marL="457200" lvl="0" indent="-349250" algn="l" rtl="0">
              <a:lnSpc>
                <a:spcPct val="115000"/>
              </a:lnSpc>
              <a:spcBef>
                <a:spcPts val="0"/>
              </a:spcBef>
              <a:spcAft>
                <a:spcPts val="0"/>
              </a:spcAft>
              <a:buSzPts val="1900"/>
              <a:buChar char="➢"/>
            </a:pPr>
            <a:r>
              <a:rPr lang="en" sz="1900" dirty="0"/>
              <a:t>Workloads can be: </a:t>
            </a:r>
            <a:endParaRPr sz="1900" dirty="0"/>
          </a:p>
          <a:p>
            <a:pPr marL="914400" lvl="1" indent="-349250" algn="l" rtl="0">
              <a:lnSpc>
                <a:spcPct val="115000"/>
              </a:lnSpc>
              <a:spcBef>
                <a:spcPts val="0"/>
              </a:spcBef>
              <a:spcAft>
                <a:spcPts val="0"/>
              </a:spcAft>
              <a:buSzPts val="1900"/>
              <a:buChar char="○"/>
            </a:pPr>
            <a:r>
              <a:rPr lang="en" sz="1900" dirty="0"/>
              <a:t> Set of commands in a notebook </a:t>
            </a:r>
            <a:endParaRPr sz="1900" dirty="0"/>
          </a:p>
          <a:p>
            <a:pPr marL="914400" lvl="1" indent="-349250" algn="l" rtl="0">
              <a:lnSpc>
                <a:spcPct val="115000"/>
              </a:lnSpc>
              <a:spcBef>
                <a:spcPts val="0"/>
              </a:spcBef>
              <a:spcAft>
                <a:spcPts val="0"/>
              </a:spcAft>
              <a:buSzPts val="1900"/>
              <a:buChar char="○"/>
            </a:pPr>
            <a:r>
              <a:rPr lang="en" sz="1900" dirty="0"/>
              <a:t> A job that you run as a automated workflow </a:t>
            </a:r>
            <a:endParaRPr sz="1900" dirty="0"/>
          </a:p>
          <a:p>
            <a:pPr marL="457200" lvl="0" indent="-349250" algn="l" rtl="0">
              <a:lnSpc>
                <a:spcPct val="115000"/>
              </a:lnSpc>
              <a:spcBef>
                <a:spcPts val="0"/>
              </a:spcBef>
              <a:spcAft>
                <a:spcPts val="0"/>
              </a:spcAft>
              <a:buSzPts val="1900"/>
              <a:buChar char="➢"/>
            </a:pPr>
            <a:r>
              <a:rPr lang="en" sz="1900" dirty="0"/>
              <a:t>Cluster types: </a:t>
            </a:r>
            <a:endParaRPr sz="1900" dirty="0"/>
          </a:p>
          <a:p>
            <a:pPr marL="914400" lvl="1" indent="-349250" algn="l" rtl="0">
              <a:lnSpc>
                <a:spcPct val="115000"/>
              </a:lnSpc>
              <a:spcBef>
                <a:spcPts val="0"/>
              </a:spcBef>
              <a:spcAft>
                <a:spcPts val="0"/>
              </a:spcAft>
              <a:buSzPts val="1900"/>
              <a:buChar char="○"/>
            </a:pPr>
            <a:r>
              <a:rPr lang="en" sz="1900" dirty="0"/>
              <a:t> All purpose Cluster :- To execute set of commands in a notebook </a:t>
            </a:r>
            <a:endParaRPr sz="1900" dirty="0"/>
          </a:p>
          <a:p>
            <a:pPr marL="914400" lvl="1" indent="-349250" algn="l" rtl="0">
              <a:lnSpc>
                <a:spcPct val="115000"/>
              </a:lnSpc>
              <a:spcBef>
                <a:spcPts val="0"/>
              </a:spcBef>
              <a:spcAft>
                <a:spcPts val="0"/>
              </a:spcAft>
              <a:buSzPts val="1900"/>
              <a:buChar char="○"/>
            </a:pPr>
            <a:r>
              <a:rPr lang="en" sz="1900" dirty="0"/>
              <a:t>Job Cluster :- To execute a job that you run as a automated workflow</a:t>
            </a:r>
            <a:endParaRPr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9"/>
          <p:cNvSpPr txBox="1">
            <a:spLocks noGrp="1"/>
          </p:cNvSpPr>
          <p:nvPr>
            <p:ph type="title"/>
          </p:nvPr>
        </p:nvSpPr>
        <p:spPr>
          <a:xfrm>
            <a:off x="460950" y="50360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Type  1</a:t>
            </a:r>
            <a:endParaRPr/>
          </a:p>
        </p:txBody>
      </p:sp>
      <p:sp>
        <p:nvSpPr>
          <p:cNvPr id="165" name="Google Shape;165;p29"/>
          <p:cNvSpPr txBox="1"/>
          <p:nvPr/>
        </p:nvSpPr>
        <p:spPr>
          <a:xfrm>
            <a:off x="88175" y="1690000"/>
            <a:ext cx="9055800" cy="388334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900" dirty="0"/>
              <a:t>All purpose Cluster :</a:t>
            </a:r>
            <a:endParaRPr sz="1900" dirty="0"/>
          </a:p>
          <a:p>
            <a:pPr marL="457200" lvl="0" indent="-349250" algn="l" rtl="0">
              <a:lnSpc>
                <a:spcPct val="115000"/>
              </a:lnSpc>
              <a:spcBef>
                <a:spcPts val="0"/>
              </a:spcBef>
              <a:spcAft>
                <a:spcPts val="0"/>
              </a:spcAft>
              <a:buSzPts val="1900"/>
              <a:buChar char="★"/>
            </a:pPr>
            <a:r>
              <a:rPr lang="en" sz="1900" dirty="0"/>
              <a:t>To interactively run the commands in your notebook </a:t>
            </a:r>
          </a:p>
          <a:p>
            <a:pPr marL="457200" lvl="0" indent="-349250" algn="l" rtl="0">
              <a:lnSpc>
                <a:spcPct val="115000"/>
              </a:lnSpc>
              <a:spcBef>
                <a:spcPts val="0"/>
              </a:spcBef>
              <a:spcAft>
                <a:spcPts val="0"/>
              </a:spcAft>
              <a:buSzPts val="1900"/>
              <a:buChar char="★"/>
            </a:pPr>
            <a:r>
              <a:rPr lang="en" sz="1900" dirty="0"/>
              <a:t>Created manually</a:t>
            </a:r>
            <a:endParaRPr sz="1900" dirty="0"/>
          </a:p>
          <a:p>
            <a:pPr marL="457200" lvl="0" indent="-349250" algn="l" rtl="0">
              <a:lnSpc>
                <a:spcPct val="115000"/>
              </a:lnSpc>
              <a:spcBef>
                <a:spcPts val="0"/>
              </a:spcBef>
              <a:spcAft>
                <a:spcPts val="0"/>
              </a:spcAft>
              <a:buSzPts val="1900"/>
              <a:buChar char="★"/>
            </a:pPr>
            <a:r>
              <a:rPr lang="en" sz="1900" dirty="0"/>
              <a:t>Multiple users can share such clusters to do collaborative interactive analysis. </a:t>
            </a:r>
            <a:endParaRPr sz="1900" dirty="0"/>
          </a:p>
          <a:p>
            <a:pPr marL="457200" lvl="0" indent="-349250" algn="l" rtl="0">
              <a:lnSpc>
                <a:spcPct val="115000"/>
              </a:lnSpc>
              <a:spcBef>
                <a:spcPts val="0"/>
              </a:spcBef>
              <a:spcAft>
                <a:spcPts val="0"/>
              </a:spcAft>
              <a:buSzPts val="1900"/>
              <a:buChar char="★"/>
            </a:pPr>
            <a:r>
              <a:rPr lang="en" sz="1900" dirty="0"/>
              <a:t>You can terminate, restart, attach , detach these clusters to multiple notebooks </a:t>
            </a:r>
            <a:endParaRPr sz="1900" dirty="0"/>
          </a:p>
          <a:p>
            <a:pPr marL="457200" lvl="0" indent="-349250" algn="l" rtl="0">
              <a:lnSpc>
                <a:spcPct val="115000"/>
              </a:lnSpc>
              <a:spcBef>
                <a:spcPts val="0"/>
              </a:spcBef>
              <a:spcAft>
                <a:spcPts val="0"/>
              </a:spcAft>
              <a:buSzPts val="1900"/>
              <a:buChar char="★"/>
            </a:pPr>
            <a:r>
              <a:rPr lang="en" sz="1900" dirty="0"/>
              <a:t>You can choose </a:t>
            </a:r>
            <a:endParaRPr sz="1900" dirty="0"/>
          </a:p>
          <a:p>
            <a:pPr marL="457200" lvl="0" indent="-349250" algn="l" rtl="0">
              <a:lnSpc>
                <a:spcPct val="115000"/>
              </a:lnSpc>
              <a:spcBef>
                <a:spcPts val="0"/>
              </a:spcBef>
              <a:spcAft>
                <a:spcPts val="0"/>
              </a:spcAft>
              <a:buSzPts val="1900"/>
              <a:buChar char="★"/>
            </a:pPr>
            <a:r>
              <a:rPr lang="en" sz="1900" dirty="0"/>
              <a:t>Multi-node cluster = Driver node and executor nodes will be on separate machine </a:t>
            </a:r>
            <a:endParaRPr sz="1900" dirty="0"/>
          </a:p>
          <a:p>
            <a:pPr marL="457200" lvl="0" indent="-349250" algn="l" rtl="0">
              <a:lnSpc>
                <a:spcPct val="115000"/>
              </a:lnSpc>
              <a:spcBef>
                <a:spcPts val="0"/>
              </a:spcBef>
              <a:spcAft>
                <a:spcPts val="0"/>
              </a:spcAft>
              <a:buSzPts val="1900"/>
              <a:buChar char="★"/>
            </a:pPr>
            <a:r>
              <a:rPr lang="en" sz="1900" dirty="0"/>
              <a:t>Single node cluster = Only there will be a single driver node with single machine </a:t>
            </a:r>
            <a:endParaRPr sz="1900" dirty="0"/>
          </a:p>
          <a:p>
            <a:pPr marL="914400" lvl="0" indent="0" algn="l" rtl="0">
              <a:lnSpc>
                <a:spcPct val="115000"/>
              </a:lnSpc>
              <a:spcBef>
                <a:spcPts val="0"/>
              </a:spcBef>
              <a:spcAft>
                <a:spcPts val="0"/>
              </a:spcAft>
              <a:buNone/>
            </a:pPr>
            <a:endParaRPr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Type 2</a:t>
            </a:r>
            <a:endParaRPr/>
          </a:p>
        </p:txBody>
      </p:sp>
      <p:sp>
        <p:nvSpPr>
          <p:cNvPr id="171" name="Google Shape;171;p30"/>
          <p:cNvSpPr txBox="1"/>
          <p:nvPr/>
        </p:nvSpPr>
        <p:spPr>
          <a:xfrm>
            <a:off x="293925" y="1763475"/>
            <a:ext cx="8582400" cy="249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900"/>
          </a:p>
          <a:p>
            <a:pPr marL="0" lvl="0" indent="0" algn="l" rtl="0">
              <a:lnSpc>
                <a:spcPct val="115000"/>
              </a:lnSpc>
              <a:spcBef>
                <a:spcPts val="0"/>
              </a:spcBef>
              <a:spcAft>
                <a:spcPts val="0"/>
              </a:spcAft>
              <a:buNone/>
            </a:pPr>
            <a:r>
              <a:rPr lang="en" sz="1900"/>
              <a:t>Job Cluster </a:t>
            </a:r>
            <a:endParaRPr sz="1900"/>
          </a:p>
          <a:p>
            <a:pPr marL="457200" lvl="0" indent="-349250" algn="l" rtl="0">
              <a:lnSpc>
                <a:spcPct val="115000"/>
              </a:lnSpc>
              <a:spcBef>
                <a:spcPts val="0"/>
              </a:spcBef>
              <a:spcAft>
                <a:spcPts val="0"/>
              </a:spcAft>
              <a:buSzPts val="1900"/>
              <a:buChar char="★"/>
            </a:pPr>
            <a:r>
              <a:rPr lang="en" sz="1900"/>
              <a:t>To run a job that you run as a automated workflow </a:t>
            </a:r>
            <a:endParaRPr sz="1900"/>
          </a:p>
          <a:p>
            <a:pPr marL="457200" lvl="0" indent="-349250" algn="l" rtl="0">
              <a:lnSpc>
                <a:spcPct val="115000"/>
              </a:lnSpc>
              <a:spcBef>
                <a:spcPts val="0"/>
              </a:spcBef>
              <a:spcAft>
                <a:spcPts val="0"/>
              </a:spcAft>
              <a:buSzPts val="1900"/>
              <a:buChar char="★"/>
            </a:pPr>
            <a:r>
              <a:rPr lang="en" sz="1900"/>
              <a:t>It runs a new job cluster and terminates the cluster automatically when the job is complete. </a:t>
            </a:r>
            <a:endParaRPr sz="1900"/>
          </a:p>
          <a:p>
            <a:pPr marL="457200" lvl="0" indent="-349250" algn="l" rtl="0">
              <a:lnSpc>
                <a:spcPct val="115000"/>
              </a:lnSpc>
              <a:spcBef>
                <a:spcPts val="0"/>
              </a:spcBef>
              <a:spcAft>
                <a:spcPts val="0"/>
              </a:spcAft>
              <a:buSzPts val="1900"/>
              <a:buChar char="★"/>
            </a:pPr>
            <a:r>
              <a:rPr lang="en" sz="1900"/>
              <a:t>You cannot restart a job cluster</a:t>
            </a:r>
            <a:endParaRPr sz="1900"/>
          </a:p>
          <a:p>
            <a:pPr marL="457200" lvl="0" indent="-349250" algn="l" rtl="0">
              <a:lnSpc>
                <a:spcPct val="115000"/>
              </a:lnSpc>
              <a:spcBef>
                <a:spcPts val="0"/>
              </a:spcBef>
              <a:spcAft>
                <a:spcPts val="0"/>
              </a:spcAft>
              <a:buSzPts val="1900"/>
              <a:buChar char="★"/>
            </a:pPr>
            <a:r>
              <a:rPr lang="en" sz="1900"/>
              <a:t>Can not create job compute manually unless job definition is define</a:t>
            </a:r>
            <a:endParaRPr sz="19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Create a cluster</a:t>
            </a:r>
            <a:endParaRPr/>
          </a:p>
        </p:txBody>
      </p:sp>
      <p:pic>
        <p:nvPicPr>
          <p:cNvPr id="177" name="Google Shape;177;p31"/>
          <p:cNvPicPr preferRelativeResize="0"/>
          <p:nvPr/>
        </p:nvPicPr>
        <p:blipFill>
          <a:blip r:embed="rId3">
            <a:alphaModFix/>
          </a:blip>
          <a:stretch>
            <a:fillRect/>
          </a:stretch>
        </p:blipFill>
        <p:spPr>
          <a:xfrm>
            <a:off x="1619488" y="1610900"/>
            <a:ext cx="5926937" cy="3332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33"/>
          <p:cNvPicPr preferRelativeResize="0"/>
          <p:nvPr/>
        </p:nvPicPr>
        <p:blipFill>
          <a:blip r:embed="rId3">
            <a:alphaModFix/>
          </a:blip>
          <a:stretch>
            <a:fillRect/>
          </a:stretch>
        </p:blipFill>
        <p:spPr>
          <a:xfrm>
            <a:off x="152400" y="152400"/>
            <a:ext cx="8606333" cy="4838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To create a new cluster</a:t>
            </a:r>
            <a:endParaRPr/>
          </a:p>
        </p:txBody>
      </p:sp>
      <p:sp>
        <p:nvSpPr>
          <p:cNvPr id="194" name="Google Shape;194;p34"/>
          <p:cNvSpPr txBox="1"/>
          <p:nvPr/>
        </p:nvSpPr>
        <p:spPr>
          <a:xfrm>
            <a:off x="293925" y="1763475"/>
            <a:ext cx="8582400" cy="2232000"/>
          </a:xfrm>
          <a:prstGeom prst="rect">
            <a:avLst/>
          </a:prstGeom>
          <a:noFill/>
          <a:ln>
            <a:noFill/>
          </a:ln>
        </p:spPr>
        <p:txBody>
          <a:bodyPr spcFirstLastPara="1" wrap="square" lIns="91425" tIns="91425" rIns="91425" bIns="91425" anchor="t" anchorCtr="0">
            <a:spAutoFit/>
          </a:bodyPr>
          <a:lstStyle/>
          <a:p>
            <a:pPr marL="457200" lvl="0" indent="-349250" algn="l" rtl="0">
              <a:lnSpc>
                <a:spcPct val="150000"/>
              </a:lnSpc>
              <a:spcBef>
                <a:spcPts val="0"/>
              </a:spcBef>
              <a:spcAft>
                <a:spcPts val="0"/>
              </a:spcAft>
              <a:buSzPts val="1900"/>
              <a:buChar char="●"/>
            </a:pPr>
            <a:r>
              <a:rPr lang="en" sz="1900"/>
              <a:t>The policy </a:t>
            </a:r>
            <a:endParaRPr sz="1900"/>
          </a:p>
          <a:p>
            <a:pPr marL="457200" lvl="0" indent="-349250" algn="l" rtl="0">
              <a:lnSpc>
                <a:spcPct val="150000"/>
              </a:lnSpc>
              <a:spcBef>
                <a:spcPts val="0"/>
              </a:spcBef>
              <a:spcAft>
                <a:spcPts val="0"/>
              </a:spcAft>
              <a:buSzPts val="1900"/>
              <a:buChar char="●"/>
            </a:pPr>
            <a:r>
              <a:rPr lang="en" sz="1900"/>
              <a:t>The access mode, which controls the security features used when interacting with data </a:t>
            </a:r>
            <a:endParaRPr sz="1900"/>
          </a:p>
          <a:p>
            <a:pPr marL="457200" lvl="0" indent="-349250" algn="l" rtl="0">
              <a:lnSpc>
                <a:spcPct val="150000"/>
              </a:lnSpc>
              <a:spcBef>
                <a:spcPts val="0"/>
              </a:spcBef>
              <a:spcAft>
                <a:spcPts val="0"/>
              </a:spcAft>
              <a:buSzPts val="1900"/>
              <a:buChar char="●"/>
            </a:pPr>
            <a:r>
              <a:rPr lang="en" sz="1900"/>
              <a:t>The runtime version •</a:t>
            </a:r>
            <a:endParaRPr sz="1900"/>
          </a:p>
          <a:p>
            <a:pPr marL="457200" lvl="0" indent="-349250" algn="l" rtl="0">
              <a:lnSpc>
                <a:spcPct val="150000"/>
              </a:lnSpc>
              <a:spcBef>
                <a:spcPts val="0"/>
              </a:spcBef>
              <a:spcAft>
                <a:spcPts val="0"/>
              </a:spcAft>
              <a:buSzPts val="1900"/>
              <a:buChar char="●"/>
            </a:pPr>
            <a:r>
              <a:rPr lang="en" sz="1900"/>
              <a:t>The cluster worker and driver node type</a:t>
            </a:r>
            <a:endParaRPr sz="19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Nodes</a:t>
            </a:r>
            <a:endParaRPr dirty="0"/>
          </a:p>
        </p:txBody>
      </p:sp>
      <p:sp>
        <p:nvSpPr>
          <p:cNvPr id="201" name="Google Shape;201;p35"/>
          <p:cNvSpPr txBox="1">
            <a:spLocks noGrp="1"/>
          </p:cNvSpPr>
          <p:nvPr>
            <p:ph type="body" idx="2"/>
          </p:nvPr>
        </p:nvSpPr>
        <p:spPr>
          <a:xfrm>
            <a:off x="225380" y="1835239"/>
            <a:ext cx="8468770" cy="2794036"/>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dirty="0"/>
              <a:t>Single node: Only one node. i.e. Driver node and no Worker node. Supports spark workloads. Not horizontally scalable. So not suitable for large ETL workloads. Mainly used for light weight ML and analysis workloads which not required any distributed compute capacity. </a:t>
            </a:r>
          </a:p>
          <a:p>
            <a:pPr marL="0" lvl="0" indent="0" algn="l" rtl="0">
              <a:spcBef>
                <a:spcPts val="0"/>
              </a:spcBef>
              <a:spcAft>
                <a:spcPts val="1600"/>
              </a:spcAft>
              <a:buNone/>
            </a:pPr>
            <a:endParaRPr lang="en-US" dirty="0"/>
          </a:p>
          <a:p>
            <a:pPr marL="0" lvl="0" indent="0" algn="l" rtl="0">
              <a:spcBef>
                <a:spcPts val="0"/>
              </a:spcBef>
              <a:spcAft>
                <a:spcPts val="1600"/>
              </a:spcAft>
              <a:buNone/>
            </a:pPr>
            <a:r>
              <a:rPr lang="en-US" dirty="0"/>
              <a:t>Multi node: One drive node and one worker node. When we run Spark job against a multi node cluster, the driver node will distribute the task to run on the worker node in parallel and returns the result. They give us ability horizontal scale the cluster depends on the workload. These are the default types of cluster used for spark jobs and suitable for large workloads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Access mode</a:t>
            </a:r>
            <a:endParaRPr dirty="0"/>
          </a:p>
        </p:txBody>
      </p:sp>
      <p:pic>
        <p:nvPicPr>
          <p:cNvPr id="3" name="Picture 2">
            <a:extLst>
              <a:ext uri="{FF2B5EF4-FFF2-40B4-BE49-F238E27FC236}">
                <a16:creationId xmlns:a16="http://schemas.microsoft.com/office/drawing/2014/main" id="{0252A287-F79A-A904-6149-E6E90BFE70EC}"/>
              </a:ext>
            </a:extLst>
          </p:cNvPr>
          <p:cNvPicPr>
            <a:picLocks noChangeAspect="1"/>
          </p:cNvPicPr>
          <p:nvPr/>
        </p:nvPicPr>
        <p:blipFill>
          <a:blip r:embed="rId3"/>
          <a:stretch>
            <a:fillRect/>
          </a:stretch>
        </p:blipFill>
        <p:spPr>
          <a:xfrm>
            <a:off x="3285571" y="294504"/>
            <a:ext cx="5550089" cy="4554492"/>
          </a:xfrm>
          <a:prstGeom prst="rect">
            <a:avLst/>
          </a:prstGeom>
        </p:spPr>
      </p:pic>
    </p:spTree>
    <p:extLst>
      <p:ext uri="{BB962C8B-B14F-4D97-AF65-F5344CB8AC3E}">
        <p14:creationId xmlns:p14="http://schemas.microsoft.com/office/powerpoint/2010/main" val="125767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6"/>
          <p:cNvSpPr txBox="1">
            <a:spLocks noGrp="1"/>
          </p:cNvSpPr>
          <p:nvPr>
            <p:ph type="title"/>
          </p:nvPr>
        </p:nvSpPr>
        <p:spPr>
          <a:xfrm>
            <a:off x="460950" y="18027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Access modes</a:t>
            </a:r>
            <a:endParaRPr/>
          </a:p>
        </p:txBody>
      </p:sp>
      <p:pic>
        <p:nvPicPr>
          <p:cNvPr id="207" name="Google Shape;207;p36"/>
          <p:cNvPicPr preferRelativeResize="0"/>
          <p:nvPr/>
        </p:nvPicPr>
        <p:blipFill>
          <a:blip r:embed="rId3">
            <a:alphaModFix/>
          </a:blip>
          <a:stretch>
            <a:fillRect/>
          </a:stretch>
        </p:blipFill>
        <p:spPr>
          <a:xfrm>
            <a:off x="152400" y="1050850"/>
            <a:ext cx="8870142" cy="3940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2BD17-20E5-0C15-5D08-CFFDAB4DED5A}"/>
              </a:ext>
            </a:extLst>
          </p:cNvPr>
          <p:cNvSpPr>
            <a:spLocks noGrp="1"/>
          </p:cNvSpPr>
          <p:nvPr>
            <p:ph type="title"/>
          </p:nvPr>
        </p:nvSpPr>
        <p:spPr/>
        <p:txBody>
          <a:bodyPr/>
          <a:lstStyle/>
          <a:p>
            <a:r>
              <a:rPr lang="en-US" dirty="0"/>
              <a:t>Databricks Runtime</a:t>
            </a:r>
          </a:p>
        </p:txBody>
      </p:sp>
      <p:graphicFrame>
        <p:nvGraphicFramePr>
          <p:cNvPr id="5" name="Diagram 4">
            <a:extLst>
              <a:ext uri="{FF2B5EF4-FFF2-40B4-BE49-F238E27FC236}">
                <a16:creationId xmlns:a16="http://schemas.microsoft.com/office/drawing/2014/main" id="{3DDCF788-6FEF-2AA6-8E74-731091C7EAE8}"/>
              </a:ext>
            </a:extLst>
          </p:cNvPr>
          <p:cNvGraphicFramePr/>
          <p:nvPr>
            <p:extLst>
              <p:ext uri="{D42A27DB-BD31-4B8C-83A1-F6EECF244321}">
                <p14:modId xmlns:p14="http://schemas.microsoft.com/office/powerpoint/2010/main" val="2671532683"/>
              </p:ext>
            </p:extLst>
          </p:nvPr>
        </p:nvGraphicFramePr>
        <p:xfrm>
          <a:off x="270455" y="1770844"/>
          <a:ext cx="8590209" cy="31821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9187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7"/>
          <p:cNvSpPr txBox="1">
            <a:spLocks noGrp="1"/>
          </p:cNvSpPr>
          <p:nvPr>
            <p:ph type="title"/>
          </p:nvPr>
        </p:nvSpPr>
        <p:spPr>
          <a:xfrm>
            <a:off x="460950" y="31255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Runtime version: </a:t>
            </a:r>
            <a:endParaRPr/>
          </a:p>
        </p:txBody>
      </p:sp>
      <p:sp>
        <p:nvSpPr>
          <p:cNvPr id="213" name="Google Shape;213;p37"/>
          <p:cNvSpPr txBox="1"/>
          <p:nvPr/>
        </p:nvSpPr>
        <p:spPr>
          <a:xfrm>
            <a:off x="220425" y="1675300"/>
            <a:ext cx="8802900" cy="3109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900"/>
              <a:t>Databricks Runtime is the set of core components that run on your clusters.</a:t>
            </a:r>
            <a:endParaRPr sz="1900"/>
          </a:p>
          <a:p>
            <a:pPr marL="0" lvl="0" indent="0" algn="l" rtl="0">
              <a:lnSpc>
                <a:spcPct val="150000"/>
              </a:lnSpc>
              <a:spcBef>
                <a:spcPts val="0"/>
              </a:spcBef>
              <a:spcAft>
                <a:spcPts val="0"/>
              </a:spcAft>
              <a:buNone/>
            </a:pPr>
            <a:r>
              <a:rPr lang="en" sz="1900" b="1"/>
              <a:t>So which version to use? </a:t>
            </a:r>
            <a:endParaRPr sz="1900" b="1"/>
          </a:p>
          <a:p>
            <a:pPr marL="0" lvl="0" indent="0" algn="l" rtl="0">
              <a:lnSpc>
                <a:spcPct val="150000"/>
              </a:lnSpc>
              <a:spcBef>
                <a:spcPts val="0"/>
              </a:spcBef>
              <a:spcAft>
                <a:spcPts val="0"/>
              </a:spcAft>
              <a:buNone/>
            </a:pPr>
            <a:r>
              <a:rPr lang="en" sz="1900" b="1"/>
              <a:t>For all purpose compute</a:t>
            </a:r>
            <a:r>
              <a:rPr lang="en" sz="1900"/>
              <a:t>: </a:t>
            </a:r>
            <a:endParaRPr sz="1900"/>
          </a:p>
          <a:p>
            <a:pPr marL="457200" lvl="0" indent="-349250" algn="l" rtl="0">
              <a:lnSpc>
                <a:spcPct val="150000"/>
              </a:lnSpc>
              <a:spcBef>
                <a:spcPts val="0"/>
              </a:spcBef>
              <a:spcAft>
                <a:spcPts val="0"/>
              </a:spcAft>
              <a:buSzPts val="1900"/>
              <a:buChar char="●"/>
            </a:pPr>
            <a:r>
              <a:rPr lang="en" sz="1900"/>
              <a:t>Databricks recommends using the latest Databricks Runtime version. </a:t>
            </a:r>
            <a:endParaRPr sz="1900"/>
          </a:p>
          <a:p>
            <a:pPr marL="457200" lvl="0" indent="-349250" algn="l" rtl="0">
              <a:lnSpc>
                <a:spcPct val="150000"/>
              </a:lnSpc>
              <a:spcBef>
                <a:spcPts val="0"/>
              </a:spcBef>
              <a:spcAft>
                <a:spcPts val="0"/>
              </a:spcAft>
              <a:buSzPts val="1900"/>
              <a:buChar char="●"/>
            </a:pPr>
            <a:r>
              <a:rPr lang="en" sz="1900"/>
              <a:t>Using the most current version will ensure you have the latest optimizations and most up-to-date compatibility between your code and preloaded packages. </a:t>
            </a:r>
            <a:endParaRPr sz="19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460950" y="312550"/>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Runtime version: </a:t>
            </a:r>
            <a:endParaRPr/>
          </a:p>
        </p:txBody>
      </p:sp>
      <p:sp>
        <p:nvSpPr>
          <p:cNvPr id="219" name="Google Shape;219;p38"/>
          <p:cNvSpPr txBox="1"/>
          <p:nvPr/>
        </p:nvSpPr>
        <p:spPr>
          <a:xfrm>
            <a:off x="220425" y="1675300"/>
            <a:ext cx="8655900" cy="3109200"/>
          </a:xfrm>
          <a:prstGeom prst="rect">
            <a:avLst/>
          </a:prstGeom>
          <a:noFill/>
          <a:ln>
            <a:noFill/>
          </a:ln>
        </p:spPr>
        <p:txBody>
          <a:bodyPr spcFirstLastPara="1" wrap="square" lIns="91425" tIns="91425" rIns="91425" bIns="91425" anchor="t" anchorCtr="0">
            <a:spAutoFit/>
          </a:bodyPr>
          <a:lstStyle/>
          <a:p>
            <a:pPr marL="457200" lvl="0" indent="-349250" algn="l" rtl="0">
              <a:lnSpc>
                <a:spcPct val="150000"/>
              </a:lnSpc>
              <a:spcBef>
                <a:spcPts val="0"/>
              </a:spcBef>
              <a:spcAft>
                <a:spcPts val="0"/>
              </a:spcAft>
              <a:buSzPts val="1900"/>
              <a:buChar char="●"/>
            </a:pPr>
            <a:r>
              <a:rPr lang="en" sz="1900" b="1"/>
              <a:t>For Job compute: </a:t>
            </a:r>
            <a:endParaRPr sz="1900" b="1"/>
          </a:p>
          <a:p>
            <a:pPr marL="914400" lvl="1" indent="-349250" algn="l" rtl="0">
              <a:lnSpc>
                <a:spcPct val="150000"/>
              </a:lnSpc>
              <a:spcBef>
                <a:spcPts val="0"/>
              </a:spcBef>
              <a:spcAft>
                <a:spcPts val="0"/>
              </a:spcAft>
              <a:buSzPts val="1900"/>
              <a:buChar char="○"/>
            </a:pPr>
            <a:r>
              <a:rPr lang="en" sz="1900"/>
              <a:t>As these will be operational workloads, consider using the Long Term Support (LTS) Databricks Runtime version. </a:t>
            </a:r>
            <a:endParaRPr sz="1900"/>
          </a:p>
          <a:p>
            <a:pPr marL="914400" lvl="1" indent="-349250" algn="l" rtl="0">
              <a:lnSpc>
                <a:spcPct val="150000"/>
              </a:lnSpc>
              <a:spcBef>
                <a:spcPts val="0"/>
              </a:spcBef>
              <a:spcAft>
                <a:spcPts val="0"/>
              </a:spcAft>
              <a:buSzPts val="1900"/>
              <a:buChar char="○"/>
            </a:pPr>
            <a:r>
              <a:rPr lang="en" sz="1900"/>
              <a:t>Using the LTS version will ensure you don’t run into compatibility issues and can thoroughly test your workload before upgrading. </a:t>
            </a:r>
            <a:endParaRPr sz="1900"/>
          </a:p>
          <a:p>
            <a:pPr marL="457200" lvl="0" indent="-349250" algn="l" rtl="0">
              <a:lnSpc>
                <a:spcPct val="150000"/>
              </a:lnSpc>
              <a:spcBef>
                <a:spcPts val="0"/>
              </a:spcBef>
              <a:spcAft>
                <a:spcPts val="0"/>
              </a:spcAft>
              <a:buSzPts val="1900"/>
              <a:buChar char="●"/>
            </a:pPr>
            <a:r>
              <a:rPr lang="en" sz="1900" b="1"/>
              <a:t>For ML Workloads:</a:t>
            </a:r>
            <a:r>
              <a:rPr lang="en" sz="1900"/>
              <a:t> For advanced machine learning use cases, consider the specialized ML Runtime version</a:t>
            </a:r>
            <a:endParaRPr sz="19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policies ( in Unity Catalog) </a:t>
            </a:r>
            <a:endParaRPr/>
          </a:p>
        </p:txBody>
      </p:sp>
      <p:sp>
        <p:nvSpPr>
          <p:cNvPr id="225" name="Google Shape;225;p39"/>
          <p:cNvSpPr txBox="1"/>
          <p:nvPr/>
        </p:nvSpPr>
        <p:spPr>
          <a:xfrm>
            <a:off x="293925" y="1763475"/>
            <a:ext cx="8685000" cy="2670600"/>
          </a:xfrm>
          <a:prstGeom prst="rect">
            <a:avLst/>
          </a:prstGeom>
          <a:noFill/>
          <a:ln>
            <a:noFill/>
          </a:ln>
        </p:spPr>
        <p:txBody>
          <a:bodyPr spcFirstLastPara="1" wrap="square" lIns="91425" tIns="91425" rIns="91425" bIns="91425" anchor="t" anchorCtr="0">
            <a:spAutoFit/>
          </a:bodyPr>
          <a:lstStyle/>
          <a:p>
            <a:pPr marL="457200" lvl="0" indent="-349250" algn="l" rtl="0">
              <a:lnSpc>
                <a:spcPct val="150000"/>
              </a:lnSpc>
              <a:spcBef>
                <a:spcPts val="0"/>
              </a:spcBef>
              <a:spcAft>
                <a:spcPts val="0"/>
              </a:spcAft>
              <a:buSzPts val="1900"/>
              <a:buChar char="➢"/>
            </a:pPr>
            <a:r>
              <a:rPr lang="en" sz="1900"/>
              <a:t>Policies are a set of rules configured by admins </a:t>
            </a:r>
            <a:endParaRPr sz="1900"/>
          </a:p>
          <a:p>
            <a:pPr marL="457200" lvl="0" indent="-349250" algn="l" rtl="0">
              <a:lnSpc>
                <a:spcPct val="150000"/>
              </a:lnSpc>
              <a:spcBef>
                <a:spcPts val="0"/>
              </a:spcBef>
              <a:spcAft>
                <a:spcPts val="0"/>
              </a:spcAft>
              <a:buSzPts val="1900"/>
              <a:buChar char="➢"/>
            </a:pPr>
            <a:r>
              <a:rPr lang="en" sz="1900"/>
              <a:t>These are used to limit the configuration options available to users when they create a cluster </a:t>
            </a:r>
            <a:endParaRPr sz="1900"/>
          </a:p>
          <a:p>
            <a:pPr marL="457200" lvl="0" indent="-349250" algn="l" rtl="0">
              <a:lnSpc>
                <a:spcPct val="150000"/>
              </a:lnSpc>
              <a:spcBef>
                <a:spcPts val="0"/>
              </a:spcBef>
              <a:spcAft>
                <a:spcPts val="0"/>
              </a:spcAft>
              <a:buSzPts val="1900"/>
              <a:buChar char="➢"/>
            </a:pPr>
            <a:r>
              <a:rPr lang="en" sz="1900"/>
              <a:t>Policies have access control lists that regulate which users and groups have access to the policies. </a:t>
            </a:r>
            <a:endParaRPr sz="1900"/>
          </a:p>
          <a:p>
            <a:pPr marL="457200" lvl="0" indent="-349250" algn="l" rtl="0">
              <a:lnSpc>
                <a:spcPct val="150000"/>
              </a:lnSpc>
              <a:spcBef>
                <a:spcPts val="0"/>
              </a:spcBef>
              <a:spcAft>
                <a:spcPts val="0"/>
              </a:spcAft>
              <a:buSzPts val="1900"/>
              <a:buChar char="➢"/>
            </a:pPr>
            <a:r>
              <a:rPr lang="en" sz="1900"/>
              <a:t>Any user with unrestricted policy can create any type of cluster</a:t>
            </a:r>
            <a:endParaRPr sz="19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Use photon acceleration </a:t>
            </a:r>
            <a:endParaRPr/>
          </a:p>
        </p:txBody>
      </p:sp>
      <p:sp>
        <p:nvSpPr>
          <p:cNvPr id="231" name="Google Shape;231;p40"/>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Photon acceleration is the engine give by databricks if you want to have your workload in much better performance</a:t>
            </a:r>
            <a:endParaRPr dirty="0"/>
          </a:p>
          <a:p>
            <a:pPr marL="0" lvl="0" indent="0" algn="l" rtl="0">
              <a:spcBef>
                <a:spcPts val="1600"/>
              </a:spcBef>
              <a:spcAft>
                <a:spcPts val="0"/>
              </a:spcAft>
              <a:buNone/>
            </a:pPr>
            <a:r>
              <a:rPr lang="en" dirty="0"/>
              <a:t>This is going to enhance the DBU/h</a:t>
            </a:r>
            <a:endParaRPr dirty="0"/>
          </a:p>
          <a:p>
            <a:pPr marL="0" lvl="0" indent="0" algn="l" rtl="0">
              <a:spcBef>
                <a:spcPts val="1600"/>
              </a:spcBef>
              <a:spcAft>
                <a:spcPts val="0"/>
              </a:spcAft>
              <a:buNone/>
            </a:pPr>
            <a:endParaRPr dirty="0"/>
          </a:p>
          <a:p>
            <a:pPr marL="0" lvl="0" indent="0" algn="l" rtl="0">
              <a:spcBef>
                <a:spcPts val="1600"/>
              </a:spcBef>
              <a:spcAft>
                <a:spcPts val="1600"/>
              </a:spcAft>
              <a:buNone/>
            </a:pPr>
            <a:r>
              <a:rPr lang="en" dirty="0"/>
              <a:t>When we create a clusters, here it is group of virtual machines</a:t>
            </a:r>
            <a:endParaRPr dirty="0"/>
          </a:p>
        </p:txBody>
      </p:sp>
      <p:sp>
        <p:nvSpPr>
          <p:cNvPr id="232" name="Google Shape;232;p40"/>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Spark supports worker and driver mode</a:t>
            </a:r>
            <a:endParaRPr dirty="0"/>
          </a:p>
          <a:p>
            <a:pPr marL="0" lvl="0" indent="0" algn="l" rtl="0">
              <a:spcBef>
                <a:spcPts val="1600"/>
              </a:spcBef>
              <a:spcAft>
                <a:spcPts val="0"/>
              </a:spcAft>
              <a:buNone/>
            </a:pPr>
            <a:r>
              <a:rPr lang="en" dirty="0"/>
              <a:t>Worker type: asking for the type of configuration needed for virtual machine. Dropdown provides the configuration for worker/executor.</a:t>
            </a:r>
            <a:endParaRPr dirty="0"/>
          </a:p>
          <a:p>
            <a:pPr marL="0" lvl="0" indent="0" algn="l" rtl="0">
              <a:spcBef>
                <a:spcPts val="1600"/>
              </a:spcBef>
              <a:spcAft>
                <a:spcPts val="1600"/>
              </a:spcAft>
              <a:buNone/>
            </a:pPr>
            <a:r>
              <a:rPr lang="en" dirty="0"/>
              <a:t>Driver type: is different types of configuration.</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Practical</a:t>
            </a:r>
            <a:endParaRPr/>
          </a:p>
        </p:txBody>
      </p:sp>
      <p:pic>
        <p:nvPicPr>
          <p:cNvPr id="238" name="Google Shape;238;p41"/>
          <p:cNvPicPr preferRelativeResize="0"/>
          <p:nvPr/>
        </p:nvPicPr>
        <p:blipFill>
          <a:blip r:embed="rId3">
            <a:alphaModFix/>
          </a:blip>
          <a:stretch>
            <a:fillRect/>
          </a:stretch>
        </p:blipFill>
        <p:spPr>
          <a:xfrm>
            <a:off x="1357450" y="1506425"/>
            <a:ext cx="5926937" cy="33322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029FF5-DE4B-7256-96D9-F90ECD8325D1}"/>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E125B63A-1E1D-BD14-B8F1-A050ACEA4B63}"/>
              </a:ext>
            </a:extLst>
          </p:cNvPr>
          <p:cNvPicPr>
            <a:picLocks noChangeAspect="1"/>
          </p:cNvPicPr>
          <p:nvPr/>
        </p:nvPicPr>
        <p:blipFill>
          <a:blip r:embed="rId2"/>
          <a:stretch>
            <a:fillRect/>
          </a:stretch>
        </p:blipFill>
        <p:spPr>
          <a:xfrm>
            <a:off x="0" y="139516"/>
            <a:ext cx="9144000" cy="4864468"/>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69292453-06DD-8C60-634E-1943FF438733}"/>
                  </a:ext>
                </a:extLst>
              </p14:cNvPr>
              <p14:cNvContentPartPr/>
              <p14:nvPr/>
            </p14:nvContentPartPr>
            <p14:xfrm>
              <a:off x="5537090" y="1149140"/>
              <a:ext cx="2964960" cy="20520"/>
            </p14:xfrm>
          </p:contentPart>
        </mc:Choice>
        <mc:Fallback xmlns="">
          <p:pic>
            <p:nvPicPr>
              <p:cNvPr id="8" name="Ink 7">
                <a:extLst>
                  <a:ext uri="{FF2B5EF4-FFF2-40B4-BE49-F238E27FC236}">
                    <a16:creationId xmlns:a16="http://schemas.microsoft.com/office/drawing/2014/main" id="{69292453-06DD-8C60-634E-1943FF438733}"/>
                  </a:ext>
                </a:extLst>
              </p:cNvPr>
              <p:cNvPicPr/>
              <p:nvPr/>
            </p:nvPicPr>
            <p:blipFill>
              <a:blip r:embed="rId4"/>
              <a:stretch>
                <a:fillRect/>
              </a:stretch>
            </p:blipFill>
            <p:spPr>
              <a:xfrm>
                <a:off x="5483090" y="1041140"/>
                <a:ext cx="3072600" cy="236160"/>
              </a:xfrm>
              <a:prstGeom prst="rect">
                <a:avLst/>
              </a:prstGeom>
            </p:spPr>
          </p:pic>
        </mc:Fallback>
      </mc:AlternateContent>
    </p:spTree>
    <p:extLst>
      <p:ext uri="{BB962C8B-B14F-4D97-AF65-F5344CB8AC3E}">
        <p14:creationId xmlns:p14="http://schemas.microsoft.com/office/powerpoint/2010/main" val="1950856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2"/>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Find the v-net and network security</a:t>
            </a:r>
            <a:endParaRPr/>
          </a:p>
        </p:txBody>
      </p:sp>
      <p:sp>
        <p:nvSpPr>
          <p:cNvPr id="244" name="Google Shape;244;p42"/>
          <p:cNvSpPr txBox="1">
            <a:spLocks noGrp="1"/>
          </p:cNvSpPr>
          <p:nvPr>
            <p:ph type="body" idx="2"/>
          </p:nvPr>
        </p:nvSpPr>
        <p:spPr>
          <a:xfrm>
            <a:off x="293925" y="1836975"/>
            <a:ext cx="1822200" cy="27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Click on the manages resource group. Worker-vnet is the virtual network here.</a:t>
            </a:r>
            <a:endParaRPr/>
          </a:p>
          <a:p>
            <a:pPr marL="0" lvl="0" indent="0" algn="l" rtl="0">
              <a:spcBef>
                <a:spcPts val="1600"/>
              </a:spcBef>
              <a:spcAft>
                <a:spcPts val="1600"/>
              </a:spcAft>
              <a:buNone/>
            </a:pPr>
            <a:r>
              <a:rPr lang="en"/>
              <a:t>Virtual machine can be seen when we create the compute</a:t>
            </a:r>
            <a:endParaRPr/>
          </a:p>
        </p:txBody>
      </p:sp>
      <p:pic>
        <p:nvPicPr>
          <p:cNvPr id="245" name="Google Shape;245;p42"/>
          <p:cNvPicPr preferRelativeResize="0"/>
          <p:nvPr/>
        </p:nvPicPr>
        <p:blipFill>
          <a:blip r:embed="rId3">
            <a:alphaModFix/>
          </a:blip>
          <a:stretch>
            <a:fillRect/>
          </a:stretch>
        </p:blipFill>
        <p:spPr>
          <a:xfrm>
            <a:off x="2366025" y="1712675"/>
            <a:ext cx="6010524" cy="33693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3"/>
          <p:cNvSpPr txBox="1">
            <a:spLocks noGrp="1"/>
          </p:cNvSpPr>
          <p:nvPr>
            <p:ph type="title"/>
          </p:nvPr>
        </p:nvSpPr>
        <p:spPr>
          <a:xfrm>
            <a:off x="471900" y="499650"/>
            <a:ext cx="3201900" cy="100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creation</a:t>
            </a:r>
            <a:endParaRPr/>
          </a:p>
        </p:txBody>
      </p:sp>
      <p:sp>
        <p:nvSpPr>
          <p:cNvPr id="251" name="Google Shape;251;p43"/>
          <p:cNvSpPr txBox="1">
            <a:spLocks noGrp="1"/>
          </p:cNvSpPr>
          <p:nvPr>
            <p:ph type="body" idx="1"/>
          </p:nvPr>
        </p:nvSpPr>
        <p:spPr>
          <a:xfrm>
            <a:off x="338000" y="1836975"/>
            <a:ext cx="3394800" cy="27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Launch a new workspace for databricks</a:t>
            </a:r>
            <a:endParaRPr/>
          </a:p>
          <a:p>
            <a:pPr marL="0" lvl="0" indent="0" algn="l" rtl="0">
              <a:spcBef>
                <a:spcPts val="1600"/>
              </a:spcBef>
              <a:spcAft>
                <a:spcPts val="1600"/>
              </a:spcAft>
              <a:buNone/>
            </a:pPr>
            <a:r>
              <a:rPr lang="en"/>
              <a:t>In order to create some clusters click on compute and create a single node cluster </a:t>
            </a:r>
            <a:endParaRPr/>
          </a:p>
        </p:txBody>
      </p:sp>
      <p:pic>
        <p:nvPicPr>
          <p:cNvPr id="252" name="Google Shape;252;p43"/>
          <p:cNvPicPr preferRelativeResize="0"/>
          <p:nvPr/>
        </p:nvPicPr>
        <p:blipFill>
          <a:blip r:embed="rId3">
            <a:alphaModFix/>
          </a:blip>
          <a:stretch>
            <a:fillRect/>
          </a:stretch>
        </p:blipFill>
        <p:spPr>
          <a:xfrm>
            <a:off x="4124550" y="116275"/>
            <a:ext cx="4367399" cy="2455463"/>
          </a:xfrm>
          <a:prstGeom prst="rect">
            <a:avLst/>
          </a:prstGeom>
          <a:noFill/>
          <a:ln>
            <a:noFill/>
          </a:ln>
        </p:spPr>
      </p:pic>
      <p:pic>
        <p:nvPicPr>
          <p:cNvPr id="253" name="Google Shape;253;p43"/>
          <p:cNvPicPr preferRelativeResize="0"/>
          <p:nvPr/>
        </p:nvPicPr>
        <p:blipFill>
          <a:blip r:embed="rId4">
            <a:alphaModFix/>
          </a:blip>
          <a:stretch>
            <a:fillRect/>
          </a:stretch>
        </p:blipFill>
        <p:spPr>
          <a:xfrm>
            <a:off x="4124550" y="2688043"/>
            <a:ext cx="4367399" cy="245545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Create compute</a:t>
            </a:r>
            <a:endParaRPr/>
          </a:p>
        </p:txBody>
      </p:sp>
      <p:sp>
        <p:nvSpPr>
          <p:cNvPr id="259" name="Google Shape;259;p44"/>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
        <p:nvSpPr>
          <p:cNvPr id="260" name="Google Shape;260;p44"/>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61" name="Google Shape;261;p44"/>
          <p:cNvPicPr preferRelativeResize="0"/>
          <p:nvPr/>
        </p:nvPicPr>
        <p:blipFill>
          <a:blip r:embed="rId3">
            <a:alphaModFix/>
          </a:blip>
          <a:stretch>
            <a:fillRect/>
          </a:stretch>
        </p:blipFill>
        <p:spPr>
          <a:xfrm>
            <a:off x="0" y="1919083"/>
            <a:ext cx="4471799" cy="2514165"/>
          </a:xfrm>
          <a:prstGeom prst="rect">
            <a:avLst/>
          </a:prstGeom>
          <a:noFill/>
          <a:ln>
            <a:noFill/>
          </a:ln>
        </p:spPr>
      </p:pic>
      <p:pic>
        <p:nvPicPr>
          <p:cNvPr id="262" name="Google Shape;262;p44"/>
          <p:cNvPicPr preferRelativeResize="0"/>
          <p:nvPr/>
        </p:nvPicPr>
        <p:blipFill>
          <a:blip r:embed="rId4">
            <a:alphaModFix/>
          </a:blip>
          <a:stretch>
            <a:fillRect/>
          </a:stretch>
        </p:blipFill>
        <p:spPr>
          <a:xfrm>
            <a:off x="4694250" y="1872727"/>
            <a:ext cx="3748375" cy="31395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5"/>
          <p:cNvSpPr txBox="1">
            <a:spLocks noGrp="1"/>
          </p:cNvSpPr>
          <p:nvPr>
            <p:ph type="title"/>
          </p:nvPr>
        </p:nvSpPr>
        <p:spPr>
          <a:xfrm>
            <a:off x="255763" y="34307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happens in Azure resource?</a:t>
            </a:r>
            <a:endParaRPr/>
          </a:p>
        </p:txBody>
      </p:sp>
      <p:sp>
        <p:nvSpPr>
          <p:cNvPr id="268" name="Google Shape;268;p45"/>
          <p:cNvSpPr txBox="1">
            <a:spLocks noGrp="1"/>
          </p:cNvSpPr>
          <p:nvPr>
            <p:ph type="body" idx="1"/>
          </p:nvPr>
        </p:nvSpPr>
        <p:spPr>
          <a:xfrm>
            <a:off x="58625" y="1216275"/>
            <a:ext cx="8909400" cy="21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refresh you can see new storage disk, VM, network interface, Public IP address are added. These are created when we initiated the cluster</a:t>
            </a:r>
            <a:endParaRPr/>
          </a:p>
          <a:p>
            <a:pPr marL="0" lvl="0" indent="0" algn="l" rtl="0">
              <a:spcBef>
                <a:spcPts val="1600"/>
              </a:spcBef>
              <a:spcAft>
                <a:spcPts val="0"/>
              </a:spcAft>
              <a:buNone/>
            </a:pPr>
            <a:r>
              <a:rPr lang="en"/>
              <a:t>These are group of computers generated when we select the single node cluster.</a:t>
            </a:r>
            <a:endParaRPr/>
          </a:p>
          <a:p>
            <a:pPr marL="0" lvl="0" indent="0" algn="l" rtl="0">
              <a:spcBef>
                <a:spcPts val="1600"/>
              </a:spcBef>
              <a:spcAft>
                <a:spcPts val="0"/>
              </a:spcAft>
              <a:buNone/>
            </a:pPr>
            <a:r>
              <a:rPr lang="en"/>
              <a:t>Cluster will be charges when we run the cluster based on all services allotted to it.</a:t>
            </a:r>
            <a:endParaRPr/>
          </a:p>
          <a:p>
            <a:pPr marL="0" lvl="0" indent="0" algn="l" rtl="0">
              <a:spcBef>
                <a:spcPts val="1600"/>
              </a:spcBef>
              <a:spcAft>
                <a:spcPts val="1600"/>
              </a:spcAft>
              <a:buNone/>
            </a:pPr>
            <a:r>
              <a:rPr lang="en"/>
              <a:t>Always terminate the cluster when notebook execution is done</a:t>
            </a:r>
            <a:endParaRPr/>
          </a:p>
        </p:txBody>
      </p:sp>
      <p:pic>
        <p:nvPicPr>
          <p:cNvPr id="269" name="Google Shape;269;p45"/>
          <p:cNvPicPr preferRelativeResize="0"/>
          <p:nvPr/>
        </p:nvPicPr>
        <p:blipFill>
          <a:blip r:embed="rId3">
            <a:alphaModFix/>
          </a:blip>
          <a:stretch>
            <a:fillRect/>
          </a:stretch>
        </p:blipFill>
        <p:spPr>
          <a:xfrm>
            <a:off x="1334938" y="3199245"/>
            <a:ext cx="5887876" cy="179230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pools ( in Unity Catalog) </a:t>
            </a:r>
            <a:endParaRPr/>
          </a:p>
        </p:txBody>
      </p:sp>
      <p:sp>
        <p:nvSpPr>
          <p:cNvPr id="275" name="Google Shape;275;p46"/>
          <p:cNvSpPr txBox="1"/>
          <p:nvPr/>
        </p:nvSpPr>
        <p:spPr>
          <a:xfrm>
            <a:off x="293925" y="1763475"/>
            <a:ext cx="8685000" cy="477000"/>
          </a:xfrm>
          <a:prstGeom prst="rect">
            <a:avLst/>
          </a:prstGeom>
          <a:noFill/>
          <a:ln>
            <a:noFill/>
          </a:ln>
        </p:spPr>
        <p:txBody>
          <a:bodyPr spcFirstLastPara="1" wrap="square" lIns="91425" tIns="91425" rIns="91425" bIns="91425" anchor="t" anchorCtr="0">
            <a:spAutoFit/>
          </a:bodyPr>
          <a:lstStyle/>
          <a:p>
            <a:pPr marL="457200" lvl="0" indent="-349250" algn="l" rtl="0">
              <a:lnSpc>
                <a:spcPct val="150000"/>
              </a:lnSpc>
              <a:spcBef>
                <a:spcPts val="0"/>
              </a:spcBef>
              <a:spcAft>
                <a:spcPts val="0"/>
              </a:spcAft>
              <a:buSzPts val="1900"/>
              <a:buChar char="➢"/>
            </a:pPr>
            <a:r>
              <a:rPr lang="en" sz="1100" u="sng">
                <a:solidFill>
                  <a:schemeClr val="hlink"/>
                </a:solidFill>
                <a:hlinkClick r:id="rId3"/>
              </a:rPr>
              <a:t>Speed Up Your Data Pipeline with Databricks Pools</a:t>
            </a:r>
            <a:endParaRPr sz="19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BE8D-2BAC-6490-EF7A-D57A98EAA771}"/>
              </a:ext>
            </a:extLst>
          </p:cNvPr>
          <p:cNvSpPr>
            <a:spLocks noGrp="1"/>
          </p:cNvSpPr>
          <p:nvPr>
            <p:ph type="title"/>
          </p:nvPr>
        </p:nvSpPr>
        <p:spPr/>
        <p:txBody>
          <a:bodyPr/>
          <a:lstStyle/>
          <a:p>
            <a:r>
              <a:rPr lang="en-US" dirty="0"/>
              <a:t>Pricing of Databricks</a:t>
            </a:r>
          </a:p>
        </p:txBody>
      </p:sp>
      <p:sp>
        <p:nvSpPr>
          <p:cNvPr id="3" name="Text Placeholder 2">
            <a:extLst>
              <a:ext uri="{FF2B5EF4-FFF2-40B4-BE49-F238E27FC236}">
                <a16:creationId xmlns:a16="http://schemas.microsoft.com/office/drawing/2014/main" id="{4EE8041C-B25C-B97D-3F36-1C2946B7B3C6}"/>
              </a:ext>
            </a:extLst>
          </p:cNvPr>
          <p:cNvSpPr>
            <a:spLocks noGrp="1"/>
          </p:cNvSpPr>
          <p:nvPr>
            <p:ph type="body" idx="1"/>
          </p:nvPr>
        </p:nvSpPr>
        <p:spPr>
          <a:xfrm>
            <a:off x="471900" y="1919075"/>
            <a:ext cx="3999900" cy="2710200"/>
          </a:xfrm>
        </p:spPr>
        <p:txBody>
          <a:bodyPr/>
          <a:lstStyle/>
          <a:p>
            <a:r>
              <a:rPr lang="en-US" dirty="0"/>
              <a:t>Workload (All purpose, jobs, SQL, Photon)</a:t>
            </a:r>
          </a:p>
          <a:p>
            <a:r>
              <a:rPr lang="en-US" dirty="0"/>
              <a:t>Tier (Premium/standard)</a:t>
            </a:r>
          </a:p>
          <a:p>
            <a:r>
              <a:rPr lang="en-US" dirty="0"/>
              <a:t>VM type(General Purpose/ GPU/ Optimized)</a:t>
            </a:r>
          </a:p>
          <a:p>
            <a:r>
              <a:rPr lang="en-US" dirty="0"/>
              <a:t>Purchase plan (pay as you go/  Pre-Purchase)</a:t>
            </a:r>
          </a:p>
        </p:txBody>
      </p:sp>
      <p:sp>
        <p:nvSpPr>
          <p:cNvPr id="4" name="Text Placeholder 3">
            <a:extLst>
              <a:ext uri="{FF2B5EF4-FFF2-40B4-BE49-F238E27FC236}">
                <a16:creationId xmlns:a16="http://schemas.microsoft.com/office/drawing/2014/main" id="{F8183219-5FEC-96A0-3E44-03DC6C3996EB}"/>
              </a:ext>
            </a:extLst>
          </p:cNvPr>
          <p:cNvSpPr>
            <a:spLocks noGrp="1"/>
          </p:cNvSpPr>
          <p:nvPr>
            <p:ph type="body" idx="2"/>
          </p:nvPr>
        </p:nvSpPr>
        <p:spPr/>
        <p:txBody>
          <a:bodyPr/>
          <a:lstStyle/>
          <a:p>
            <a:pPr marL="139700" indent="0">
              <a:buNone/>
            </a:pPr>
            <a:endParaRPr lang="en-US" dirty="0"/>
          </a:p>
        </p:txBody>
      </p:sp>
      <p:sp>
        <p:nvSpPr>
          <p:cNvPr id="6" name="TextBox 5">
            <a:extLst>
              <a:ext uri="{FF2B5EF4-FFF2-40B4-BE49-F238E27FC236}">
                <a16:creationId xmlns:a16="http://schemas.microsoft.com/office/drawing/2014/main" id="{F26ADDF0-150D-C7F1-27D5-AD272A7CDEBB}"/>
              </a:ext>
            </a:extLst>
          </p:cNvPr>
          <p:cNvSpPr txBox="1"/>
          <p:nvPr/>
        </p:nvSpPr>
        <p:spPr>
          <a:xfrm>
            <a:off x="2297025" y="4629275"/>
            <a:ext cx="4572000" cy="307777"/>
          </a:xfrm>
          <a:prstGeom prst="rect">
            <a:avLst/>
          </a:prstGeom>
          <a:noFill/>
        </p:spPr>
        <p:txBody>
          <a:bodyPr wrap="square">
            <a:spAutoFit/>
          </a:bodyPr>
          <a:lstStyle/>
          <a:p>
            <a:r>
              <a:rPr lang="en-US" dirty="0">
                <a:hlinkClick r:id="rId2"/>
              </a:rPr>
              <a:t>Azure Databricks Pricing | Microsoft Azure</a:t>
            </a:r>
            <a:endParaRPr lang="en-US" dirty="0"/>
          </a:p>
        </p:txBody>
      </p:sp>
    </p:spTree>
    <p:extLst>
      <p:ext uri="{BB962C8B-B14F-4D97-AF65-F5344CB8AC3E}">
        <p14:creationId xmlns:p14="http://schemas.microsoft.com/office/powerpoint/2010/main" val="2276698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F140C-8B79-A709-7069-B405FC23D93D}"/>
              </a:ext>
            </a:extLst>
          </p:cNvPr>
          <p:cNvSpPr>
            <a:spLocks noGrp="1"/>
          </p:cNvSpPr>
          <p:nvPr>
            <p:ph type="title"/>
          </p:nvPr>
        </p:nvSpPr>
        <p:spPr/>
        <p:txBody>
          <a:bodyPr/>
          <a:lstStyle/>
          <a:p>
            <a:r>
              <a:rPr lang="en-US" dirty="0"/>
              <a:t>Example</a:t>
            </a:r>
          </a:p>
        </p:txBody>
      </p:sp>
      <p:sp>
        <p:nvSpPr>
          <p:cNvPr id="4" name="Text Placeholder 3">
            <a:extLst>
              <a:ext uri="{FF2B5EF4-FFF2-40B4-BE49-F238E27FC236}">
                <a16:creationId xmlns:a16="http://schemas.microsoft.com/office/drawing/2014/main" id="{BBD4F320-03F1-BFB9-D24E-679DDB585093}"/>
              </a:ext>
            </a:extLst>
          </p:cNvPr>
          <p:cNvSpPr>
            <a:spLocks noGrp="1"/>
          </p:cNvSpPr>
          <p:nvPr>
            <p:ph type="body" idx="2"/>
          </p:nvPr>
        </p:nvSpPr>
        <p:spPr>
          <a:xfrm>
            <a:off x="4572000" y="1919075"/>
            <a:ext cx="4122150" cy="2710200"/>
          </a:xfrm>
        </p:spPr>
        <p:txBody>
          <a:bodyPr/>
          <a:lstStyle/>
          <a:p>
            <a:endParaRPr lang="en-US" dirty="0"/>
          </a:p>
        </p:txBody>
      </p:sp>
      <p:pic>
        <p:nvPicPr>
          <p:cNvPr id="6" name="Picture 5">
            <a:extLst>
              <a:ext uri="{FF2B5EF4-FFF2-40B4-BE49-F238E27FC236}">
                <a16:creationId xmlns:a16="http://schemas.microsoft.com/office/drawing/2014/main" id="{D985BF5E-2376-9D33-3EE4-EAB9FD267590}"/>
              </a:ext>
            </a:extLst>
          </p:cNvPr>
          <p:cNvPicPr>
            <a:picLocks noChangeAspect="1"/>
          </p:cNvPicPr>
          <p:nvPr/>
        </p:nvPicPr>
        <p:blipFill>
          <a:blip r:embed="rId2"/>
          <a:stretch>
            <a:fillRect/>
          </a:stretch>
        </p:blipFill>
        <p:spPr>
          <a:xfrm>
            <a:off x="131586" y="1919075"/>
            <a:ext cx="4269649" cy="2710200"/>
          </a:xfrm>
          <a:prstGeom prst="rect">
            <a:avLst/>
          </a:prstGeom>
        </p:spPr>
      </p:pic>
      <p:pic>
        <p:nvPicPr>
          <p:cNvPr id="8" name="Picture 7">
            <a:extLst>
              <a:ext uri="{FF2B5EF4-FFF2-40B4-BE49-F238E27FC236}">
                <a16:creationId xmlns:a16="http://schemas.microsoft.com/office/drawing/2014/main" id="{685C75E8-EEF4-024B-5380-5A9BA568E62F}"/>
              </a:ext>
            </a:extLst>
          </p:cNvPr>
          <p:cNvPicPr>
            <a:picLocks noChangeAspect="1"/>
          </p:cNvPicPr>
          <p:nvPr/>
        </p:nvPicPr>
        <p:blipFill>
          <a:blip r:embed="rId3"/>
          <a:stretch>
            <a:fillRect/>
          </a:stretch>
        </p:blipFill>
        <p:spPr>
          <a:xfrm>
            <a:off x="4572000" y="1986349"/>
            <a:ext cx="4508821" cy="2575652"/>
          </a:xfrm>
          <a:prstGeom prst="rect">
            <a:avLst/>
          </a:prstGeom>
        </p:spPr>
      </p:pic>
    </p:spTree>
    <p:extLst>
      <p:ext uri="{BB962C8B-B14F-4D97-AF65-F5344CB8AC3E}">
        <p14:creationId xmlns:p14="http://schemas.microsoft.com/office/powerpoint/2010/main" val="17106171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186CE8A-58D8-4D7A-8129-225F62060130}"/>
              </a:ext>
            </a:extLst>
          </p:cNvPr>
          <p:cNvSpPr>
            <a:spLocks noGrp="1"/>
          </p:cNvSpPr>
          <p:nvPr>
            <p:ph type="body" idx="1"/>
          </p:nvPr>
        </p:nvSpPr>
        <p:spPr/>
        <p:txBody>
          <a:bodyPr/>
          <a:lstStyle/>
          <a:p>
            <a:endParaRPr lang="en-US"/>
          </a:p>
        </p:txBody>
      </p:sp>
      <p:sp>
        <p:nvSpPr>
          <p:cNvPr id="6" name="Rectangle 5">
            <a:extLst>
              <a:ext uri="{FF2B5EF4-FFF2-40B4-BE49-F238E27FC236}">
                <a16:creationId xmlns:a16="http://schemas.microsoft.com/office/drawing/2014/main" id="{F1FB39D7-400C-CE22-0A76-37E8CCB6C01A}"/>
              </a:ext>
            </a:extLst>
          </p:cNvPr>
          <p:cNvSpPr/>
          <p:nvPr/>
        </p:nvSpPr>
        <p:spPr>
          <a:xfrm>
            <a:off x="2709955" y="2110085"/>
            <a:ext cx="3724096" cy="923330"/>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553656034"/>
      </p:ext>
    </p:extLst>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5717</TotalTime>
  <Words>1344</Words>
  <Application>Microsoft Office PowerPoint</Application>
  <PresentationFormat>On-screen Show (16:9)</PresentationFormat>
  <Paragraphs>188</Paragraphs>
  <Slides>46</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Arial-BoldMT</vt:lpstr>
      <vt:lpstr>Arial</vt:lpstr>
      <vt:lpstr>Roboto</vt:lpstr>
      <vt:lpstr>Material</vt:lpstr>
      <vt:lpstr>Databricks</vt:lpstr>
      <vt:lpstr>Audience</vt:lpstr>
      <vt:lpstr>What is Databricks</vt:lpstr>
      <vt:lpstr>Continuous Integration + Continuous Deployment</vt:lpstr>
      <vt:lpstr>PowerPoint Presentation</vt:lpstr>
      <vt:lpstr>Data Processing in early days</vt:lpstr>
      <vt:lpstr>Horizontal scaling</vt:lpstr>
      <vt:lpstr>Big data approach</vt:lpstr>
      <vt:lpstr>Traditional Hadoop mapreduce processing</vt:lpstr>
      <vt:lpstr>Emergence of spark</vt:lpstr>
      <vt:lpstr>Apache spark</vt:lpstr>
      <vt:lpstr>Apache spark</vt:lpstr>
      <vt:lpstr>PowerPoint Presentation</vt:lpstr>
      <vt:lpstr>PowerPoint Presentation</vt:lpstr>
      <vt:lpstr>What is Databricks</vt:lpstr>
      <vt:lpstr>How Databricks Work with Azure?</vt:lpstr>
      <vt:lpstr>PowerPoint Presentation</vt:lpstr>
      <vt:lpstr>PowerPoint Presentation</vt:lpstr>
      <vt:lpstr>PowerPoint Presentation</vt:lpstr>
      <vt:lpstr>PowerPoint Presentation</vt:lpstr>
      <vt:lpstr>PowerPoint Presentation</vt:lpstr>
      <vt:lpstr>PowerPoint Presentation</vt:lpstr>
      <vt:lpstr>Azure Databricks Compute?</vt:lpstr>
      <vt:lpstr>Cluster Type  1</vt:lpstr>
      <vt:lpstr>Cluster Type 2</vt:lpstr>
      <vt:lpstr>Create a cluster</vt:lpstr>
      <vt:lpstr>PowerPoint Presentation</vt:lpstr>
      <vt:lpstr>To create a new cluster</vt:lpstr>
      <vt:lpstr>Nodes</vt:lpstr>
      <vt:lpstr>Access mode</vt:lpstr>
      <vt:lpstr>Cluster Access modes</vt:lpstr>
      <vt:lpstr>Databricks Runtime</vt:lpstr>
      <vt:lpstr>Cluster Runtime version: </vt:lpstr>
      <vt:lpstr>Cluster Runtime version: </vt:lpstr>
      <vt:lpstr>Cluster policies ( in Unity Catalog) </vt:lpstr>
      <vt:lpstr>Use photon acceleration </vt:lpstr>
      <vt:lpstr>Practical</vt:lpstr>
      <vt:lpstr>PowerPoint Presentation</vt:lpstr>
      <vt:lpstr>Find the v-net and network security</vt:lpstr>
      <vt:lpstr>Cluster creation</vt:lpstr>
      <vt:lpstr>Create compute</vt:lpstr>
      <vt:lpstr>What happens in Azure resource?</vt:lpstr>
      <vt:lpstr>Cluster pools ( in Unity Catalog) </vt:lpstr>
      <vt:lpstr>Pricing of Databricks</vt:lpstr>
      <vt:lpstr>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Amrita Helwade</cp:lastModifiedBy>
  <cp:revision>14</cp:revision>
  <dcterms:modified xsi:type="dcterms:W3CDTF">2025-05-28T08:18:53Z</dcterms:modified>
</cp:coreProperties>
</file>