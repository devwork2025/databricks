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522B0-E789-528B-67A4-50D02F1B5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34EA3-E8EC-B673-00B4-3729C8A90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EC010-7D9E-0749-849B-74DB1BAB8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3064-B61D-431A-9607-3F59714EAD76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8CF46-6BBC-48EA-A504-055700A17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D2856-95CF-40DE-4C15-93092534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2ABF5-6FCC-4CA6-89C7-F724223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2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9581-E653-6BB7-1C12-4FBDB47F7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B2709-506D-DAC3-928F-1E1AC6D1D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71BD6-B183-1185-5D64-2B58AE812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3064-B61D-431A-9607-3F59714EAD76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62735-04A9-BF60-AA30-6AE107D7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7E859-EC98-3F9B-514A-D92C52332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2ABF5-6FCC-4CA6-89C7-F724223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8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C1E1-9FA2-4E12-7AC4-87BEC7CAF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5A5A0-7966-27FF-51D7-808D65B4F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02152-AD89-8D5F-411F-A42257429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3064-B61D-431A-9607-3F59714EAD76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21AEB-E6DA-C91D-BF45-654D34589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058EF-A0B0-B46B-468D-BB40F63F2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2ABF5-6FCC-4CA6-89C7-F724223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25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A1CC7-0403-4490-EBD3-46C96C39D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E971E-863F-02ED-E526-1206849AC2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19ACD-1E7F-64BA-8C16-9FAB17BCF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90F71-AAEF-7358-9C05-1BC1DC053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3064-B61D-431A-9607-3F59714EAD76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251F2-8D94-587C-6727-4A11125DB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B22C6-021E-C029-CD8C-D307F48C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2ABF5-6FCC-4CA6-89C7-F724223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41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804A9-B5F2-A656-9EC3-5BE3A7B52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01011-A4A9-7AB7-95B0-9CB7511EC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15029-1EBF-4C8D-FB55-C9BC240A5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BB1F59-66D9-A21D-CE2D-EB5ABFDB2E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012CF5-CDF9-02CD-FA00-0B350CF340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3A4154-C2B1-FE00-69A1-3E2DD9E30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3064-B61D-431A-9607-3F59714EAD76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CAE686-2AE9-C835-E581-3F2021BB0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0515D3-E0D4-41A6-542F-A24D1455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2ABF5-6FCC-4CA6-89C7-F724223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5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40A0C-388C-61C3-72E0-1E6A0058C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5A7161-C785-2745-5600-99D55F39E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3064-B61D-431A-9607-3F59714EAD76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F5DDD-2CF2-89BF-15D1-890DCE79E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24867E-2023-FA3D-2E38-379F691F0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2ABF5-6FCC-4CA6-89C7-F724223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293BEA-A1BF-D032-2945-7DBAD7EEC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3064-B61D-431A-9607-3F59714EAD76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928456-6EA8-D366-700B-236E2B3CB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11ACC-2BAB-6756-E139-978CE5CAE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2ABF5-6FCC-4CA6-89C7-F724223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26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E02E4-942C-EF28-DF01-80A1FDB1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3D3B4-54C5-EB93-72BD-A148E557B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1D750-AB3B-C022-6377-1126F5E05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FFF2-7EA7-FC73-F2B3-53D7DDAE6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3064-B61D-431A-9607-3F59714EAD76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017A1-6BA2-8E48-1E11-8E2ACB34D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54F64-82CD-84D4-0C28-F7DDC7345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2ABF5-6FCC-4CA6-89C7-F724223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03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9EF74-C2FD-7DFC-428A-323BFF894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5F4D35-B4AA-540A-BDDC-87A5160539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73BAB-0538-2923-4F34-B5D74978E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76CB0-9341-CDB0-4E24-032B4DF78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3064-B61D-431A-9607-3F59714EAD76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B8CB3-8DAD-E7D2-EA27-9B582F796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B3643-BC1C-AA9B-654C-64664098E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2ABF5-6FCC-4CA6-89C7-F724223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18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C0D3-0802-64CC-73B3-B5E1B018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85C80-ED78-0D7C-AA58-2BD6CE20F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7C3A3-2EB6-4921-AF5A-5DC8FD32D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3064-B61D-431A-9607-3F59714EAD76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A5F80-04A3-25AC-329B-1BE683768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8A565-1498-48A9-3304-A5B146864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2ABF5-6FCC-4CA6-89C7-F724223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41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61E868-3B1B-BB31-87F8-68D3B98004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63C3AD-FF3B-6527-15E0-9A43ACFF1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B8911-6448-E5DE-E784-9427B8158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73064-B61D-431A-9607-3F59714EAD76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15A27-1955-4CCB-C328-3D6DA58F2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A3BB9-DA80-CF58-8DB5-BE23D057F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2ABF5-6FCC-4CA6-89C7-F724223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916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D0F6B1-7E39-0AF7-3D3F-B971A3E26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10B77-ACB9-B28B-FD2B-653227BC1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F47EE-4804-D7F6-0682-84B445A71D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73064-B61D-431A-9607-3F59714EAD76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42731-EB2C-1FB8-3B5D-02E9A2B44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1370F-83F6-A830-4434-AEA50ADD1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2ABF5-6FCC-4CA6-89C7-F72422339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52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9C3C2-493C-9716-FE20-86ABAD9A09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JOBS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F85020-376A-A569-7701-466DA9DEAA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427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9E514-3F4A-1563-155B-C74D75251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9AB12B-944F-142F-6453-1A48B6309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1564" y="1825625"/>
            <a:ext cx="9208871" cy="4351338"/>
          </a:xfrm>
        </p:spPr>
      </p:pic>
    </p:spTree>
    <p:extLst>
      <p:ext uri="{BB962C8B-B14F-4D97-AF65-F5344CB8AC3E}">
        <p14:creationId xmlns:p14="http://schemas.microsoft.com/office/powerpoint/2010/main" val="2798465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E9B1E-71CF-E1B8-B11B-04637066F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step2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2DADF41-EAD2-300D-2D4C-EE0A30EFC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0965" y="1825625"/>
            <a:ext cx="7310069" cy="4351338"/>
          </a:xfrm>
        </p:spPr>
      </p:pic>
    </p:spTree>
    <p:extLst>
      <p:ext uri="{BB962C8B-B14F-4D97-AF65-F5344CB8AC3E}">
        <p14:creationId xmlns:p14="http://schemas.microsoft.com/office/powerpoint/2010/main" val="3385128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34702-4F99-33DA-F056-76283B656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EAA6FA-EE89-E3F7-5FB3-E40D782CB1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2167" y="1825625"/>
            <a:ext cx="5847665" cy="4351338"/>
          </a:xfrm>
        </p:spPr>
      </p:pic>
    </p:spTree>
    <p:extLst>
      <p:ext uri="{BB962C8B-B14F-4D97-AF65-F5344CB8AC3E}">
        <p14:creationId xmlns:p14="http://schemas.microsoft.com/office/powerpoint/2010/main" val="1034535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6FBA9-A72F-FDFD-5FFA-615D858F9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the parameters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7369E69-507F-5063-B337-65D940BF5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0330" y="1825625"/>
            <a:ext cx="6491340" cy="4351338"/>
          </a:xfrm>
        </p:spPr>
      </p:pic>
    </p:spTree>
    <p:extLst>
      <p:ext uri="{BB962C8B-B14F-4D97-AF65-F5344CB8AC3E}">
        <p14:creationId xmlns:p14="http://schemas.microsoft.com/office/powerpoint/2010/main" val="329876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JOBS</vt:lpstr>
      <vt:lpstr>PowerPoint Presentation</vt:lpstr>
      <vt:lpstr>step2</vt:lpstr>
      <vt:lpstr>PowerPoint Presentation</vt:lpstr>
      <vt:lpstr>Add the parameters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Amrita Helwade</dc:creator>
  <cp:lastModifiedBy>Amrita Helwade</cp:lastModifiedBy>
  <cp:revision>1</cp:revision>
  <dcterms:created xsi:type="dcterms:W3CDTF">2024-09-26T08:24:34Z</dcterms:created>
  <dcterms:modified xsi:type="dcterms:W3CDTF">2024-09-26T08:35:07Z</dcterms:modified>
</cp:coreProperties>
</file>