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22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91993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91993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51a04c24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51a04c24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751a04c24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751a04c24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51a04c24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751a04c24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751a04c247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751a04c247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51a04c247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51a04c247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751a04c247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751a04c247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751a04c247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751a04c247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751a04c247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751a04c247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751a04c247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751a04c247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51a04c247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51a04c247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51a04c247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751a04c247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c6f91993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c6f91993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e94b690536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e94b690536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51a04c247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51a04c247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751a04c247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751a04c247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751a04c247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751a04c247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751a04c247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751a04c247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751a04c247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751a04c247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bricks.com/try-databricks#accou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bricks.com/try-databricks#accou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4572000" y="1009375"/>
            <a:ext cx="4040700" cy="174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Databricks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</a:t>
            </a:r>
            <a:endParaRPr/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350" y="1009375"/>
            <a:ext cx="3611201" cy="31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106500" y="264525"/>
            <a:ext cx="9240000" cy="59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Databricks signup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2050314" y="4584425"/>
            <a:ext cx="3757872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Data bricks sign up page</a:t>
            </a:r>
            <a:endParaRPr sz="1800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6447" y="862725"/>
            <a:ext cx="6440953" cy="36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106500" y="264525"/>
            <a:ext cx="9240000" cy="59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Databricks signup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255575" y="1677225"/>
            <a:ext cx="1989600" cy="3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Select community edition for free usage.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Or select Microsoft azure to connect specific project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5200" y="1063050"/>
            <a:ext cx="6594000" cy="3707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106500" y="264525"/>
            <a:ext cx="9240000" cy="59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Databricks signup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600600" y="4584425"/>
            <a:ext cx="66573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Data bricks sign up page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15125"/>
            <a:ext cx="6077457" cy="341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100" y="150887"/>
            <a:ext cx="8611701" cy="484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body" idx="1"/>
          </p:nvPr>
        </p:nvSpPr>
        <p:spPr>
          <a:xfrm>
            <a:off x="471900" y="4349925"/>
            <a:ext cx="82221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</a:rPr>
              <a:t>Right click and select import and browse the notebook.dbc file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025" y="242150"/>
            <a:ext cx="7189275" cy="404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025" y="432674"/>
            <a:ext cx="8141425" cy="457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CICD upload</a:t>
            </a:r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body" idx="1"/>
          </p:nvPr>
        </p:nvSpPr>
        <p:spPr>
          <a:xfrm>
            <a:off x="205750" y="1919075"/>
            <a:ext cx="25863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folder first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Inside the folder  click on 3 dots and select import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Same process for rest of the folders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4450" y="1658825"/>
            <a:ext cx="5926937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176350"/>
            <a:ext cx="8540751" cy="480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resource for datacricks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081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azure databrick service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Select the appropriate values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To create a unity catalog we need to have a premium workspace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Managed Resource Group name :  it is used while creating the clusters it is used to create compute and virtual machine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Networking </a:t>
            </a:r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body" idx="1"/>
          </p:nvPr>
        </p:nvSpPr>
        <p:spPr>
          <a:xfrm>
            <a:off x="191050" y="1919075"/>
            <a:ext cx="2615700" cy="29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yes if need to set up the Virtual net in case of real time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Click on review +create to create service</a:t>
            </a:r>
            <a:endParaRPr/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525" y="266538"/>
            <a:ext cx="5064550" cy="461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875" y="287213"/>
            <a:ext cx="8126723" cy="4569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Azure Data lake storage service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</a:t>
            </a:r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rg_1 resource group is having one databricks instance i.e. databricks1234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Create a storage account here.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Select LRS  as a Redundancy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Performance as Standanrd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Go to Advance tab and tick on  Enable hierarchical namespace . This is creating the azure datalake storage otherwise it will be the normal blob storage.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Rest of the parameters are same and click on review.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9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67" name="Google Shape;16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075" y="278962"/>
            <a:ext cx="8156126" cy="458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225" y="346587"/>
            <a:ext cx="7915550" cy="445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575" y="276362"/>
            <a:ext cx="8165374" cy="459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services</a:t>
            </a:r>
            <a:endParaRPr/>
          </a:p>
        </p:txBody>
      </p:sp>
      <p:sp>
        <p:nvSpPr>
          <p:cNvPr id="183" name="Google Shape;183;p32"/>
          <p:cNvSpPr txBox="1">
            <a:spLocks noGrp="1"/>
          </p:cNvSpPr>
          <p:nvPr>
            <p:ph type="body" idx="1"/>
          </p:nvPr>
        </p:nvSpPr>
        <p:spPr>
          <a:xfrm>
            <a:off x="398425" y="1816225"/>
            <a:ext cx="8222100" cy="11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Databricks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Azure data lake </a:t>
            </a:r>
            <a:endParaRPr/>
          </a:p>
        </p:txBody>
      </p:sp>
      <p:pic>
        <p:nvPicPr>
          <p:cNvPr id="184" name="Google Shape;18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75" y="3049163"/>
            <a:ext cx="8820875" cy="1573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CBB9E-00DE-F439-0CB3-18BE0659E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E9F9A-4C4E-BDD8-CF11-97E530D1D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creating the compute you may come across the error like azure quota exceeded exemption</a:t>
            </a:r>
          </a:p>
          <a:p>
            <a:r>
              <a:rPr lang="en-US" dirty="0"/>
              <a:t>Here are some settings you need to change.</a:t>
            </a:r>
          </a:p>
          <a:p>
            <a:r>
              <a:rPr lang="en-US" dirty="0"/>
              <a:t>Search for Quota in azure portal</a:t>
            </a:r>
          </a:p>
          <a:p>
            <a:r>
              <a:rPr lang="en-US" dirty="0"/>
              <a:t>Go to My quotas</a:t>
            </a:r>
          </a:p>
          <a:p>
            <a:r>
              <a:rPr lang="en-US" dirty="0"/>
              <a:t>Check the region e.g. in my case region selected in resource group is west India</a:t>
            </a:r>
          </a:p>
          <a:p>
            <a:r>
              <a:rPr lang="en-US" dirty="0"/>
              <a:t>In the search bar search for Standard DDSv4 / 5 family and adjust the limit </a:t>
            </a:r>
            <a:r>
              <a:rPr lang="en-US"/>
              <a:t>to either 5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176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6D309-3DB7-70C5-76DF-DA647562D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AC3F3-A7E2-83A4-15A2-339A44901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0396A7-C535-E380-FDB1-2A3447D68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98" y="156146"/>
            <a:ext cx="8402602" cy="492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893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929EE1-CE94-A876-6474-D781DF834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08" y="538375"/>
            <a:ext cx="7630732" cy="40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504353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289</Words>
  <Application>Microsoft Office PowerPoint</Application>
  <PresentationFormat>On-screen Show (16:9)</PresentationFormat>
  <Paragraphs>42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Roboto</vt:lpstr>
      <vt:lpstr>Arial</vt:lpstr>
      <vt:lpstr>Material</vt:lpstr>
      <vt:lpstr>Databricks setup</vt:lpstr>
      <vt:lpstr>Databricks signup</vt:lpstr>
      <vt:lpstr>Databricks signup</vt:lpstr>
      <vt:lpstr>Databricks signup</vt:lpstr>
      <vt:lpstr>PowerPoint Presentation</vt:lpstr>
      <vt:lpstr>PowerPoint Presentation</vt:lpstr>
      <vt:lpstr>PowerPoint Presentation</vt:lpstr>
      <vt:lpstr>CICD upload</vt:lpstr>
      <vt:lpstr>PowerPoint Presentation</vt:lpstr>
      <vt:lpstr>Creating resource for datacricks</vt:lpstr>
      <vt:lpstr>PowerPoint Presentation</vt:lpstr>
      <vt:lpstr>Networking </vt:lpstr>
      <vt:lpstr>PowerPoint Presentation</vt:lpstr>
      <vt:lpstr>Creating Azure Data lake storage service</vt:lpstr>
      <vt:lpstr>PowerPoint Presentation</vt:lpstr>
      <vt:lpstr>Steps </vt:lpstr>
      <vt:lpstr>PowerPoint Presentation</vt:lpstr>
      <vt:lpstr>PowerPoint Presentation</vt:lpstr>
      <vt:lpstr>PowerPoint Presentation</vt:lpstr>
      <vt:lpstr>Two services</vt:lpstr>
      <vt:lpstr>ERROR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Amrita Helwade</cp:lastModifiedBy>
  <cp:revision>7</cp:revision>
  <dcterms:modified xsi:type="dcterms:W3CDTF">2024-12-18T07:56:11Z</dcterms:modified>
</cp:coreProperties>
</file>