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2" Type="http://schemas.openxmlformats.org/officeDocument/2006/relationships/font" Target="fonts/Roboto-boldItalic.fntdata"/><Relationship Id="rId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834da58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7834da58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4fa6714d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4fa6714d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1469575" y="1131575"/>
            <a:ext cx="6823500" cy="273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Orchestrating_Workflow</a:t>
            </a:r>
            <a:endParaRPr u="s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Reporting Data to Power BI</a:t>
            </a:r>
            <a:endParaRPr u="sn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1867101" y="958800"/>
            <a:ext cx="4611767" cy="322589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lin ang="5400012" scaled="0"/>
                </a:gradFill>
                <a:latin typeface="Arial"/>
              </a:rPr>
              <a:t>Thank</a:t>
            </a:r>
            <a:b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lin ang="5400012" scaled="0"/>
                </a:gradFill>
                <a:latin typeface="Arial"/>
              </a:rPr>
            </a:br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lin ang="5400012" scaled="0"/>
                </a:gradFill>
                <a:latin typeface="Arial"/>
              </a:rPr>
              <a:t> You</a:t>
            </a:r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