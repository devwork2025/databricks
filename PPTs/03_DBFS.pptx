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A52895-8749-4FF6-9A57-142D8351857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84A6D304-E614-48F1-8BBE-1C08C615EA4F}">
      <dgm:prSet phldrT="[Text]"/>
      <dgm:spPr/>
      <dgm:t>
        <a:bodyPr/>
        <a:lstStyle/>
        <a:p>
          <a:r>
            <a:rPr lang="en-US" dirty="0"/>
            <a:t>Databricks notebook</a:t>
          </a:r>
        </a:p>
      </dgm:t>
    </dgm:pt>
    <dgm:pt modelId="{B2F61648-2ADA-41A9-85F4-7701251887EF}" type="parTrans" cxnId="{38C6C9E7-868E-4292-A22B-0E19F2F44E6A}">
      <dgm:prSet/>
      <dgm:spPr/>
      <dgm:t>
        <a:bodyPr/>
        <a:lstStyle/>
        <a:p>
          <a:endParaRPr lang="en-US"/>
        </a:p>
      </dgm:t>
    </dgm:pt>
    <dgm:pt modelId="{D3CAA7D3-44AE-45CA-B0E9-14881126A1C0}" type="sibTrans" cxnId="{38C6C9E7-868E-4292-A22B-0E19F2F44E6A}">
      <dgm:prSet/>
      <dgm:spPr/>
      <dgm:t>
        <a:bodyPr/>
        <a:lstStyle/>
        <a:p>
          <a:endParaRPr lang="en-US"/>
        </a:p>
      </dgm:t>
    </dgm:pt>
    <dgm:pt modelId="{592599AF-3C7B-4CE3-90D4-1D167D5EBE65}">
      <dgm:prSet phldrT="[Text]"/>
      <dgm:spPr/>
      <dgm:t>
        <a:bodyPr/>
        <a:lstStyle/>
        <a:p>
          <a:r>
            <a:rPr lang="en-US" dirty="0"/>
            <a:t>DBFS</a:t>
          </a:r>
        </a:p>
      </dgm:t>
    </dgm:pt>
    <dgm:pt modelId="{492DBC08-6697-49EC-B2AE-26ED241C16FC}" type="parTrans" cxnId="{041A19C1-7200-4C3D-85B2-15A12B332128}">
      <dgm:prSet/>
      <dgm:spPr/>
      <dgm:t>
        <a:bodyPr/>
        <a:lstStyle/>
        <a:p>
          <a:endParaRPr lang="en-US"/>
        </a:p>
      </dgm:t>
    </dgm:pt>
    <dgm:pt modelId="{E6667F25-8BE2-4041-B4EE-65A790371EB5}" type="sibTrans" cxnId="{041A19C1-7200-4C3D-85B2-15A12B332128}">
      <dgm:prSet/>
      <dgm:spPr/>
      <dgm:t>
        <a:bodyPr/>
        <a:lstStyle/>
        <a:p>
          <a:endParaRPr lang="en-US"/>
        </a:p>
      </dgm:t>
    </dgm:pt>
    <dgm:pt modelId="{4041DD37-83A1-4E23-8102-294D5796D94B}">
      <dgm:prSet phldrT="[Text]"/>
      <dgm:spPr/>
      <dgm:t>
        <a:bodyPr/>
        <a:lstStyle/>
        <a:p>
          <a:r>
            <a:rPr lang="en-US" dirty="0"/>
            <a:t>Azure </a:t>
          </a:r>
          <a:r>
            <a:rPr lang="en-US" dirty="0" err="1"/>
            <a:t>datalake</a:t>
          </a:r>
          <a:r>
            <a:rPr lang="en-US" dirty="0"/>
            <a:t> gen2</a:t>
          </a:r>
        </a:p>
      </dgm:t>
    </dgm:pt>
    <dgm:pt modelId="{FE692349-20F8-4454-B274-D5B1F5DF9A8B}" type="parTrans" cxnId="{F3E75068-6CD4-4F19-9B0A-CF60064EAD67}">
      <dgm:prSet/>
      <dgm:spPr/>
      <dgm:t>
        <a:bodyPr/>
        <a:lstStyle/>
        <a:p>
          <a:endParaRPr lang="en-US"/>
        </a:p>
      </dgm:t>
    </dgm:pt>
    <dgm:pt modelId="{53478681-87C7-41F3-AC0E-FA766CF8A9FD}" type="sibTrans" cxnId="{F3E75068-6CD4-4F19-9B0A-CF60064EAD67}">
      <dgm:prSet/>
      <dgm:spPr/>
      <dgm:t>
        <a:bodyPr/>
        <a:lstStyle/>
        <a:p>
          <a:endParaRPr lang="en-US"/>
        </a:p>
      </dgm:t>
    </dgm:pt>
    <dgm:pt modelId="{48BC7E72-67FD-458F-8DFE-9594AD5C1A30}" type="pres">
      <dgm:prSet presAssocID="{D6A52895-8749-4FF6-9A57-142D83518572}" presName="Name0" presStyleCnt="0">
        <dgm:presLayoutVars>
          <dgm:dir/>
          <dgm:resizeHandles val="exact"/>
        </dgm:presLayoutVars>
      </dgm:prSet>
      <dgm:spPr/>
    </dgm:pt>
    <dgm:pt modelId="{D2E76FBD-2BFF-4E2C-8482-1D697072A18F}" type="pres">
      <dgm:prSet presAssocID="{84A6D304-E614-48F1-8BBE-1C08C615EA4F}" presName="node" presStyleLbl="node1" presStyleIdx="0" presStyleCnt="3">
        <dgm:presLayoutVars>
          <dgm:bulletEnabled val="1"/>
        </dgm:presLayoutVars>
      </dgm:prSet>
      <dgm:spPr/>
    </dgm:pt>
    <dgm:pt modelId="{16735FFF-D615-4352-94FE-BBB4250CB4A3}" type="pres">
      <dgm:prSet presAssocID="{D3CAA7D3-44AE-45CA-B0E9-14881126A1C0}" presName="sibTrans" presStyleLbl="sibTrans2D1" presStyleIdx="0" presStyleCnt="2" custScaleX="225207" custScaleY="69386" custLinFactNeighborX="1519" custLinFactNeighborY="-17271"/>
      <dgm:spPr>
        <a:prstGeom prst="leftRightArrow">
          <a:avLst/>
        </a:prstGeom>
      </dgm:spPr>
    </dgm:pt>
    <dgm:pt modelId="{52901DAB-3512-4224-B053-81EE04611CDF}" type="pres">
      <dgm:prSet presAssocID="{D3CAA7D3-44AE-45CA-B0E9-14881126A1C0}" presName="connectorText" presStyleLbl="sibTrans2D1" presStyleIdx="0" presStyleCnt="2"/>
      <dgm:spPr/>
    </dgm:pt>
    <dgm:pt modelId="{11C9C5B6-7A5A-4460-B811-8FF5F921249B}" type="pres">
      <dgm:prSet presAssocID="{592599AF-3C7B-4CE3-90D4-1D167D5EBE65}" presName="node" presStyleLbl="node1" presStyleIdx="1" presStyleCnt="3">
        <dgm:presLayoutVars>
          <dgm:bulletEnabled val="1"/>
        </dgm:presLayoutVars>
      </dgm:prSet>
      <dgm:spPr/>
    </dgm:pt>
    <dgm:pt modelId="{C9992383-0DAE-4732-87F0-C53F7D1CA2B1}" type="pres">
      <dgm:prSet presAssocID="{E6667F25-8BE2-4041-B4EE-65A790371EB5}" presName="sibTrans" presStyleLbl="sibTrans2D1" presStyleIdx="1" presStyleCnt="2" custScaleX="248521" custLinFactNeighborX="-12587" custLinFactNeighborY="1321"/>
      <dgm:spPr>
        <a:prstGeom prst="leftRightArrow">
          <a:avLst/>
        </a:prstGeom>
      </dgm:spPr>
    </dgm:pt>
    <dgm:pt modelId="{5DB4AD55-25C6-482B-B86B-EC78B988A676}" type="pres">
      <dgm:prSet presAssocID="{E6667F25-8BE2-4041-B4EE-65A790371EB5}" presName="connectorText" presStyleLbl="sibTrans2D1" presStyleIdx="1" presStyleCnt="2"/>
      <dgm:spPr/>
    </dgm:pt>
    <dgm:pt modelId="{6AB1BEA9-C06F-4EDC-BBA8-0FDCF596BA69}" type="pres">
      <dgm:prSet presAssocID="{4041DD37-83A1-4E23-8102-294D5796D94B}" presName="node" presStyleLbl="node1" presStyleIdx="2" presStyleCnt="3">
        <dgm:presLayoutVars>
          <dgm:bulletEnabled val="1"/>
        </dgm:presLayoutVars>
      </dgm:prSet>
      <dgm:spPr/>
    </dgm:pt>
  </dgm:ptLst>
  <dgm:cxnLst>
    <dgm:cxn modelId="{87C9F402-9D23-4CF1-A0C2-87D6E27434A5}" type="presOf" srcId="{E6667F25-8BE2-4041-B4EE-65A790371EB5}" destId="{C9992383-0DAE-4732-87F0-C53F7D1CA2B1}" srcOrd="0" destOrd="0" presId="urn:microsoft.com/office/officeart/2005/8/layout/process1"/>
    <dgm:cxn modelId="{64054A1B-6937-4939-B3B0-2A51BF0289C9}" type="presOf" srcId="{592599AF-3C7B-4CE3-90D4-1D167D5EBE65}" destId="{11C9C5B6-7A5A-4460-B811-8FF5F921249B}" srcOrd="0" destOrd="0" presId="urn:microsoft.com/office/officeart/2005/8/layout/process1"/>
    <dgm:cxn modelId="{12BB8E2F-703D-4691-BD3D-D7098FEF4C6E}" type="presOf" srcId="{E6667F25-8BE2-4041-B4EE-65A790371EB5}" destId="{5DB4AD55-25C6-482B-B86B-EC78B988A676}" srcOrd="1" destOrd="0" presId="urn:microsoft.com/office/officeart/2005/8/layout/process1"/>
    <dgm:cxn modelId="{F3B1575F-81D2-4B45-8BED-AB7C2DFA7699}" type="presOf" srcId="{D3CAA7D3-44AE-45CA-B0E9-14881126A1C0}" destId="{16735FFF-D615-4352-94FE-BBB4250CB4A3}" srcOrd="0" destOrd="0" presId="urn:microsoft.com/office/officeart/2005/8/layout/process1"/>
    <dgm:cxn modelId="{F3E75068-6CD4-4F19-9B0A-CF60064EAD67}" srcId="{D6A52895-8749-4FF6-9A57-142D83518572}" destId="{4041DD37-83A1-4E23-8102-294D5796D94B}" srcOrd="2" destOrd="0" parTransId="{FE692349-20F8-4454-B274-D5B1F5DF9A8B}" sibTransId="{53478681-87C7-41F3-AC0E-FA766CF8A9FD}"/>
    <dgm:cxn modelId="{8F38B377-7B96-40B2-8844-AD7CE5AD7E37}" type="presOf" srcId="{84A6D304-E614-48F1-8BBE-1C08C615EA4F}" destId="{D2E76FBD-2BFF-4E2C-8482-1D697072A18F}" srcOrd="0" destOrd="0" presId="urn:microsoft.com/office/officeart/2005/8/layout/process1"/>
    <dgm:cxn modelId="{9A9BFD89-0006-457B-BBEC-F719996D3578}" type="presOf" srcId="{D6A52895-8749-4FF6-9A57-142D83518572}" destId="{48BC7E72-67FD-458F-8DFE-9594AD5C1A30}" srcOrd="0" destOrd="0" presId="urn:microsoft.com/office/officeart/2005/8/layout/process1"/>
    <dgm:cxn modelId="{E5CEF0A7-A623-4063-8A40-9A853782CBC3}" type="presOf" srcId="{D3CAA7D3-44AE-45CA-B0E9-14881126A1C0}" destId="{52901DAB-3512-4224-B053-81EE04611CDF}" srcOrd="1" destOrd="0" presId="urn:microsoft.com/office/officeart/2005/8/layout/process1"/>
    <dgm:cxn modelId="{041A19C1-7200-4C3D-85B2-15A12B332128}" srcId="{D6A52895-8749-4FF6-9A57-142D83518572}" destId="{592599AF-3C7B-4CE3-90D4-1D167D5EBE65}" srcOrd="1" destOrd="0" parTransId="{492DBC08-6697-49EC-B2AE-26ED241C16FC}" sibTransId="{E6667F25-8BE2-4041-B4EE-65A790371EB5}"/>
    <dgm:cxn modelId="{38C6C9E7-868E-4292-A22B-0E19F2F44E6A}" srcId="{D6A52895-8749-4FF6-9A57-142D83518572}" destId="{84A6D304-E614-48F1-8BBE-1C08C615EA4F}" srcOrd="0" destOrd="0" parTransId="{B2F61648-2ADA-41A9-85F4-7701251887EF}" sibTransId="{D3CAA7D3-44AE-45CA-B0E9-14881126A1C0}"/>
    <dgm:cxn modelId="{09DB2AEE-2317-4C18-93BC-8278B7479A98}" type="presOf" srcId="{4041DD37-83A1-4E23-8102-294D5796D94B}" destId="{6AB1BEA9-C06F-4EDC-BBA8-0FDCF596BA69}" srcOrd="0" destOrd="0" presId="urn:microsoft.com/office/officeart/2005/8/layout/process1"/>
    <dgm:cxn modelId="{F4F0AF7B-36FE-41D0-97E3-C1A1B19F362A}" type="presParOf" srcId="{48BC7E72-67FD-458F-8DFE-9594AD5C1A30}" destId="{D2E76FBD-2BFF-4E2C-8482-1D697072A18F}" srcOrd="0" destOrd="0" presId="urn:microsoft.com/office/officeart/2005/8/layout/process1"/>
    <dgm:cxn modelId="{5EB8CCC8-C5DF-477A-B3C4-967E1882214C}" type="presParOf" srcId="{48BC7E72-67FD-458F-8DFE-9594AD5C1A30}" destId="{16735FFF-D615-4352-94FE-BBB4250CB4A3}" srcOrd="1" destOrd="0" presId="urn:microsoft.com/office/officeart/2005/8/layout/process1"/>
    <dgm:cxn modelId="{300638A1-42CD-459E-B667-3ED533F8FFF4}" type="presParOf" srcId="{16735FFF-D615-4352-94FE-BBB4250CB4A3}" destId="{52901DAB-3512-4224-B053-81EE04611CDF}" srcOrd="0" destOrd="0" presId="urn:microsoft.com/office/officeart/2005/8/layout/process1"/>
    <dgm:cxn modelId="{0D7A38D7-4902-4314-9C78-1987034583E8}" type="presParOf" srcId="{48BC7E72-67FD-458F-8DFE-9594AD5C1A30}" destId="{11C9C5B6-7A5A-4460-B811-8FF5F921249B}" srcOrd="2" destOrd="0" presId="urn:microsoft.com/office/officeart/2005/8/layout/process1"/>
    <dgm:cxn modelId="{40D9551A-21BD-4049-8164-38EE61E9003E}" type="presParOf" srcId="{48BC7E72-67FD-458F-8DFE-9594AD5C1A30}" destId="{C9992383-0DAE-4732-87F0-C53F7D1CA2B1}" srcOrd="3" destOrd="0" presId="urn:microsoft.com/office/officeart/2005/8/layout/process1"/>
    <dgm:cxn modelId="{A0338B74-0312-41E8-8F9C-75DD34A459F4}" type="presParOf" srcId="{C9992383-0DAE-4732-87F0-C53F7D1CA2B1}" destId="{5DB4AD55-25C6-482B-B86B-EC78B988A676}" srcOrd="0" destOrd="0" presId="urn:microsoft.com/office/officeart/2005/8/layout/process1"/>
    <dgm:cxn modelId="{DE9C9C6F-62F4-4A53-AB83-B457B476FCD1}" type="presParOf" srcId="{48BC7E72-67FD-458F-8DFE-9594AD5C1A30}" destId="{6AB1BEA9-C06F-4EDC-BBA8-0FDCF596BA69}"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5FD50D-3CC4-411D-9D37-F9B410340E63}" type="doc">
      <dgm:prSet loTypeId="urn:microsoft.com/office/officeart/2005/8/layout/process2" loCatId="process" qsTypeId="urn:microsoft.com/office/officeart/2005/8/quickstyle/simple1" qsCatId="simple" csTypeId="urn:microsoft.com/office/officeart/2005/8/colors/accent1_2" csCatId="accent1" phldr="1"/>
      <dgm:spPr/>
    </dgm:pt>
    <dgm:pt modelId="{524D0CD0-54BE-4283-A401-C60145CB2CC1}">
      <dgm:prSet phldrT="[Text]"/>
      <dgm:spPr/>
      <dgm:t>
        <a:bodyPr/>
        <a:lstStyle/>
        <a:p>
          <a:r>
            <a:rPr lang="en-US" dirty="0"/>
            <a:t>Databricks notebook</a:t>
          </a:r>
        </a:p>
      </dgm:t>
    </dgm:pt>
    <dgm:pt modelId="{7B08CAB0-9B03-4E6E-84F2-A5136EAF741B}" type="parTrans" cxnId="{E3678006-9BF9-400E-95AF-50843F4D06EC}">
      <dgm:prSet/>
      <dgm:spPr/>
      <dgm:t>
        <a:bodyPr/>
        <a:lstStyle/>
        <a:p>
          <a:endParaRPr lang="en-US"/>
        </a:p>
      </dgm:t>
    </dgm:pt>
    <dgm:pt modelId="{102C283B-8345-4065-9508-98262C3CCF51}" type="sibTrans" cxnId="{E3678006-9BF9-400E-95AF-50843F4D06EC}">
      <dgm:prSet/>
      <dgm:spPr/>
      <dgm:t>
        <a:bodyPr/>
        <a:lstStyle/>
        <a:p>
          <a:endParaRPr lang="en-US"/>
        </a:p>
      </dgm:t>
    </dgm:pt>
    <dgm:pt modelId="{9B287957-6027-4BA0-A333-6D0A97FEC9EC}">
      <dgm:prSet phldrT="[Text]"/>
      <dgm:spPr/>
      <dgm:t>
        <a:bodyPr/>
        <a:lstStyle/>
        <a:p>
          <a:r>
            <a:rPr lang="en-US" dirty="0"/>
            <a:t>DBFS (/</a:t>
          </a:r>
          <a:r>
            <a:rPr lang="en-US" dirty="0" err="1"/>
            <a:t>mnt</a:t>
          </a:r>
          <a:r>
            <a:rPr lang="en-US" dirty="0"/>
            <a:t>/storage)</a:t>
          </a:r>
        </a:p>
      </dgm:t>
    </dgm:pt>
    <dgm:pt modelId="{7F11AC93-AE76-4EB9-80C9-9CB28CE54E1B}" type="parTrans" cxnId="{D7196A5A-4D91-45A1-BFB2-0F29A3DB0FEC}">
      <dgm:prSet/>
      <dgm:spPr/>
      <dgm:t>
        <a:bodyPr/>
        <a:lstStyle/>
        <a:p>
          <a:endParaRPr lang="en-US"/>
        </a:p>
      </dgm:t>
    </dgm:pt>
    <dgm:pt modelId="{59F39141-2B69-483A-BD83-A03CB34AA198}" type="sibTrans" cxnId="{D7196A5A-4D91-45A1-BFB2-0F29A3DB0FEC}">
      <dgm:prSet/>
      <dgm:spPr/>
      <dgm:t>
        <a:bodyPr/>
        <a:lstStyle/>
        <a:p>
          <a:endParaRPr lang="en-US"/>
        </a:p>
      </dgm:t>
    </dgm:pt>
    <dgm:pt modelId="{0A2598C5-0603-43A9-9397-516351960E9F}">
      <dgm:prSet phldrT="[Text]"/>
      <dgm:spPr/>
      <dgm:t>
        <a:bodyPr/>
        <a:lstStyle/>
        <a:p>
          <a:r>
            <a:rPr lang="en-US" dirty="0"/>
            <a:t>Service principal</a:t>
          </a:r>
        </a:p>
      </dgm:t>
    </dgm:pt>
    <dgm:pt modelId="{C602AC79-8C30-478D-AAB7-DA4DCBF11046}" type="parTrans" cxnId="{77519571-C51C-4507-9899-65FCFB2F0315}">
      <dgm:prSet/>
      <dgm:spPr/>
      <dgm:t>
        <a:bodyPr/>
        <a:lstStyle/>
        <a:p>
          <a:endParaRPr lang="en-US"/>
        </a:p>
      </dgm:t>
    </dgm:pt>
    <dgm:pt modelId="{2C0A0253-271E-4C67-8500-7D38A32EF0C3}" type="sibTrans" cxnId="{77519571-C51C-4507-9899-65FCFB2F0315}">
      <dgm:prSet/>
      <dgm:spPr/>
      <dgm:t>
        <a:bodyPr/>
        <a:lstStyle/>
        <a:p>
          <a:endParaRPr lang="en-US"/>
        </a:p>
      </dgm:t>
    </dgm:pt>
    <dgm:pt modelId="{41DA6D88-8E00-411C-86E1-57C151557E15}">
      <dgm:prSet phldrT="[Text]"/>
      <dgm:spPr/>
      <dgm:t>
        <a:bodyPr/>
        <a:lstStyle/>
        <a:p>
          <a:r>
            <a:rPr lang="en-US" dirty="0"/>
            <a:t>Azure</a:t>
          </a:r>
          <a:r>
            <a:rPr lang="en-US" baseline="0" dirty="0"/>
            <a:t> </a:t>
          </a:r>
          <a:r>
            <a:rPr lang="en-US" baseline="0" dirty="0" err="1"/>
            <a:t>datalake</a:t>
          </a:r>
          <a:r>
            <a:rPr lang="en-US" baseline="0" dirty="0"/>
            <a:t> gen 2</a:t>
          </a:r>
          <a:endParaRPr lang="en-US" dirty="0"/>
        </a:p>
      </dgm:t>
    </dgm:pt>
    <dgm:pt modelId="{F385CDE4-D331-42D8-AB5F-3C05300F7E82}" type="parTrans" cxnId="{F76C53F7-69C6-4176-BBC7-D07BD45BEFBC}">
      <dgm:prSet/>
      <dgm:spPr/>
      <dgm:t>
        <a:bodyPr/>
        <a:lstStyle/>
        <a:p>
          <a:endParaRPr lang="en-US"/>
        </a:p>
      </dgm:t>
    </dgm:pt>
    <dgm:pt modelId="{3F8A808B-F1CE-4BB0-A41C-4B7262DDDC29}" type="sibTrans" cxnId="{F76C53F7-69C6-4176-BBC7-D07BD45BEFBC}">
      <dgm:prSet/>
      <dgm:spPr/>
      <dgm:t>
        <a:bodyPr/>
        <a:lstStyle/>
        <a:p>
          <a:endParaRPr lang="en-US"/>
        </a:p>
      </dgm:t>
    </dgm:pt>
    <dgm:pt modelId="{8A24A9FB-48CB-4CBA-9C43-C26AC0574626}" type="pres">
      <dgm:prSet presAssocID="{D55FD50D-3CC4-411D-9D37-F9B410340E63}" presName="linearFlow" presStyleCnt="0">
        <dgm:presLayoutVars>
          <dgm:resizeHandles val="exact"/>
        </dgm:presLayoutVars>
      </dgm:prSet>
      <dgm:spPr/>
    </dgm:pt>
    <dgm:pt modelId="{03E212AB-D343-4C56-BA85-5FBA7132C0C7}" type="pres">
      <dgm:prSet presAssocID="{524D0CD0-54BE-4283-A401-C60145CB2CC1}" presName="node" presStyleLbl="node1" presStyleIdx="0" presStyleCnt="4">
        <dgm:presLayoutVars>
          <dgm:bulletEnabled val="1"/>
        </dgm:presLayoutVars>
      </dgm:prSet>
      <dgm:spPr/>
    </dgm:pt>
    <dgm:pt modelId="{E4B0F2EF-D94E-4AE1-A9D8-7DE6B020354D}" type="pres">
      <dgm:prSet presAssocID="{102C283B-8345-4065-9508-98262C3CCF51}" presName="sibTrans" presStyleLbl="sibTrans2D1" presStyleIdx="0" presStyleCnt="3" custAng="5400000" custScaleX="125688" custScaleY="121717" custLinFactNeighborX="-22852"/>
      <dgm:spPr>
        <a:prstGeom prst="upDownArrow">
          <a:avLst/>
        </a:prstGeom>
      </dgm:spPr>
    </dgm:pt>
    <dgm:pt modelId="{F1618183-DB0F-4148-A93D-6D9154DD9CB2}" type="pres">
      <dgm:prSet presAssocID="{102C283B-8345-4065-9508-98262C3CCF51}" presName="connectorText" presStyleLbl="sibTrans2D1" presStyleIdx="0" presStyleCnt="3"/>
      <dgm:spPr/>
    </dgm:pt>
    <dgm:pt modelId="{0816ED6B-5132-4D8A-8E72-9E0BAB2346D8}" type="pres">
      <dgm:prSet presAssocID="{9B287957-6027-4BA0-A333-6D0A97FEC9EC}" presName="node" presStyleLbl="node1" presStyleIdx="1" presStyleCnt="4">
        <dgm:presLayoutVars>
          <dgm:bulletEnabled val="1"/>
        </dgm:presLayoutVars>
      </dgm:prSet>
      <dgm:spPr/>
    </dgm:pt>
    <dgm:pt modelId="{7D35E761-683D-428A-BE90-5D0B9CC4FBAD}" type="pres">
      <dgm:prSet presAssocID="{59F39141-2B69-483A-BD83-A03CB34AA198}" presName="sibTrans" presStyleLbl="sibTrans2D1" presStyleIdx="1" presStyleCnt="3" custAng="5400000" custScaleX="101893" custScaleY="132792"/>
      <dgm:spPr>
        <a:prstGeom prst="upDownArrow">
          <a:avLst/>
        </a:prstGeom>
      </dgm:spPr>
    </dgm:pt>
    <dgm:pt modelId="{B79E87AF-C6E7-460E-8CBB-4D022C1E32D0}" type="pres">
      <dgm:prSet presAssocID="{59F39141-2B69-483A-BD83-A03CB34AA198}" presName="connectorText" presStyleLbl="sibTrans2D1" presStyleIdx="1" presStyleCnt="3"/>
      <dgm:spPr/>
    </dgm:pt>
    <dgm:pt modelId="{A8F8C99B-53BD-4640-9877-83A49E0B3B56}" type="pres">
      <dgm:prSet presAssocID="{0A2598C5-0603-43A9-9397-516351960E9F}" presName="node" presStyleLbl="node1" presStyleIdx="2" presStyleCnt="4">
        <dgm:presLayoutVars>
          <dgm:bulletEnabled val="1"/>
        </dgm:presLayoutVars>
      </dgm:prSet>
      <dgm:spPr/>
    </dgm:pt>
    <dgm:pt modelId="{8F76E24F-B82D-4398-884C-7777787E7850}" type="pres">
      <dgm:prSet presAssocID="{2C0A0253-271E-4C67-8500-7D38A32EF0C3}" presName="sibTrans" presStyleLbl="sibTrans2D1" presStyleIdx="2" presStyleCnt="3" custAng="5400000" custScaleY="149391"/>
      <dgm:spPr>
        <a:prstGeom prst="upDownArrow">
          <a:avLst/>
        </a:prstGeom>
      </dgm:spPr>
    </dgm:pt>
    <dgm:pt modelId="{DE7EEB68-6FBD-41DA-8AE4-F36196FB689D}" type="pres">
      <dgm:prSet presAssocID="{2C0A0253-271E-4C67-8500-7D38A32EF0C3}" presName="connectorText" presStyleLbl="sibTrans2D1" presStyleIdx="2" presStyleCnt="3"/>
      <dgm:spPr/>
    </dgm:pt>
    <dgm:pt modelId="{01929C4C-1CA5-409B-8CAF-AA037A02436A}" type="pres">
      <dgm:prSet presAssocID="{41DA6D88-8E00-411C-86E1-57C151557E15}" presName="node" presStyleLbl="node1" presStyleIdx="3" presStyleCnt="4">
        <dgm:presLayoutVars>
          <dgm:bulletEnabled val="1"/>
        </dgm:presLayoutVars>
      </dgm:prSet>
      <dgm:spPr/>
    </dgm:pt>
  </dgm:ptLst>
  <dgm:cxnLst>
    <dgm:cxn modelId="{6E343302-A360-4021-B801-45514D86E0DE}" type="presOf" srcId="{0A2598C5-0603-43A9-9397-516351960E9F}" destId="{A8F8C99B-53BD-4640-9877-83A49E0B3B56}" srcOrd="0" destOrd="0" presId="urn:microsoft.com/office/officeart/2005/8/layout/process2"/>
    <dgm:cxn modelId="{AD9EB603-7993-4FBD-B77B-21B0F3B88147}" type="presOf" srcId="{41DA6D88-8E00-411C-86E1-57C151557E15}" destId="{01929C4C-1CA5-409B-8CAF-AA037A02436A}" srcOrd="0" destOrd="0" presId="urn:microsoft.com/office/officeart/2005/8/layout/process2"/>
    <dgm:cxn modelId="{E3678006-9BF9-400E-95AF-50843F4D06EC}" srcId="{D55FD50D-3CC4-411D-9D37-F9B410340E63}" destId="{524D0CD0-54BE-4283-A401-C60145CB2CC1}" srcOrd="0" destOrd="0" parTransId="{7B08CAB0-9B03-4E6E-84F2-A5136EAF741B}" sibTransId="{102C283B-8345-4065-9508-98262C3CCF51}"/>
    <dgm:cxn modelId="{CF17BD30-2949-45DC-B62A-9E8A152F27AF}" type="presOf" srcId="{59F39141-2B69-483A-BD83-A03CB34AA198}" destId="{7D35E761-683D-428A-BE90-5D0B9CC4FBAD}" srcOrd="0" destOrd="0" presId="urn:microsoft.com/office/officeart/2005/8/layout/process2"/>
    <dgm:cxn modelId="{0FE8324A-045F-4059-BCA4-2A4E85B8C047}" type="presOf" srcId="{102C283B-8345-4065-9508-98262C3CCF51}" destId="{F1618183-DB0F-4148-A93D-6D9154DD9CB2}" srcOrd="1" destOrd="0" presId="urn:microsoft.com/office/officeart/2005/8/layout/process2"/>
    <dgm:cxn modelId="{77519571-C51C-4507-9899-65FCFB2F0315}" srcId="{D55FD50D-3CC4-411D-9D37-F9B410340E63}" destId="{0A2598C5-0603-43A9-9397-516351960E9F}" srcOrd="2" destOrd="0" parTransId="{C602AC79-8C30-478D-AAB7-DA4DCBF11046}" sibTransId="{2C0A0253-271E-4C67-8500-7D38A32EF0C3}"/>
    <dgm:cxn modelId="{50C4C973-B41D-4651-BF10-A3D9B5589C15}" type="presOf" srcId="{102C283B-8345-4065-9508-98262C3CCF51}" destId="{E4B0F2EF-D94E-4AE1-A9D8-7DE6B020354D}" srcOrd="0" destOrd="0" presId="urn:microsoft.com/office/officeart/2005/8/layout/process2"/>
    <dgm:cxn modelId="{5EED1677-828B-42DF-B7DA-F6F0DE14550B}" type="presOf" srcId="{59F39141-2B69-483A-BD83-A03CB34AA198}" destId="{B79E87AF-C6E7-460E-8CBB-4D022C1E32D0}" srcOrd="1" destOrd="0" presId="urn:microsoft.com/office/officeart/2005/8/layout/process2"/>
    <dgm:cxn modelId="{D7513657-D122-4E59-9986-420267115E7D}" type="presOf" srcId="{524D0CD0-54BE-4283-A401-C60145CB2CC1}" destId="{03E212AB-D343-4C56-BA85-5FBA7132C0C7}" srcOrd="0" destOrd="0" presId="urn:microsoft.com/office/officeart/2005/8/layout/process2"/>
    <dgm:cxn modelId="{7C622F78-B152-48EF-A0CB-E246763E2FD2}" type="presOf" srcId="{2C0A0253-271E-4C67-8500-7D38A32EF0C3}" destId="{8F76E24F-B82D-4398-884C-7777787E7850}" srcOrd="0" destOrd="0" presId="urn:microsoft.com/office/officeart/2005/8/layout/process2"/>
    <dgm:cxn modelId="{D7196A5A-4D91-45A1-BFB2-0F29A3DB0FEC}" srcId="{D55FD50D-3CC4-411D-9D37-F9B410340E63}" destId="{9B287957-6027-4BA0-A333-6D0A97FEC9EC}" srcOrd="1" destOrd="0" parTransId="{7F11AC93-AE76-4EB9-80C9-9CB28CE54E1B}" sibTransId="{59F39141-2B69-483A-BD83-A03CB34AA198}"/>
    <dgm:cxn modelId="{1F9F917D-6C47-4819-AC08-8068AA1F3325}" type="presOf" srcId="{9B287957-6027-4BA0-A333-6D0A97FEC9EC}" destId="{0816ED6B-5132-4D8A-8E72-9E0BAB2346D8}" srcOrd="0" destOrd="0" presId="urn:microsoft.com/office/officeart/2005/8/layout/process2"/>
    <dgm:cxn modelId="{C0DBE492-9AE3-4330-B63A-AACA9C585B0B}" type="presOf" srcId="{2C0A0253-271E-4C67-8500-7D38A32EF0C3}" destId="{DE7EEB68-6FBD-41DA-8AE4-F36196FB689D}" srcOrd="1" destOrd="0" presId="urn:microsoft.com/office/officeart/2005/8/layout/process2"/>
    <dgm:cxn modelId="{F8B29D95-481B-439C-B8EF-412256FEFEED}" type="presOf" srcId="{D55FD50D-3CC4-411D-9D37-F9B410340E63}" destId="{8A24A9FB-48CB-4CBA-9C43-C26AC0574626}" srcOrd="0" destOrd="0" presId="urn:microsoft.com/office/officeart/2005/8/layout/process2"/>
    <dgm:cxn modelId="{F76C53F7-69C6-4176-BBC7-D07BD45BEFBC}" srcId="{D55FD50D-3CC4-411D-9D37-F9B410340E63}" destId="{41DA6D88-8E00-411C-86E1-57C151557E15}" srcOrd="3" destOrd="0" parTransId="{F385CDE4-D331-42D8-AB5F-3C05300F7E82}" sibTransId="{3F8A808B-F1CE-4BB0-A41C-4B7262DDDC29}"/>
    <dgm:cxn modelId="{F3B027FA-73AA-40A5-985B-B278783F903F}" type="presParOf" srcId="{8A24A9FB-48CB-4CBA-9C43-C26AC0574626}" destId="{03E212AB-D343-4C56-BA85-5FBA7132C0C7}" srcOrd="0" destOrd="0" presId="urn:microsoft.com/office/officeart/2005/8/layout/process2"/>
    <dgm:cxn modelId="{90985B31-91D0-4EAC-B23A-F2294FDE5AC5}" type="presParOf" srcId="{8A24A9FB-48CB-4CBA-9C43-C26AC0574626}" destId="{E4B0F2EF-D94E-4AE1-A9D8-7DE6B020354D}" srcOrd="1" destOrd="0" presId="urn:microsoft.com/office/officeart/2005/8/layout/process2"/>
    <dgm:cxn modelId="{7429476C-4E2C-4D70-835B-12F4BB7DF272}" type="presParOf" srcId="{E4B0F2EF-D94E-4AE1-A9D8-7DE6B020354D}" destId="{F1618183-DB0F-4148-A93D-6D9154DD9CB2}" srcOrd="0" destOrd="0" presId="urn:microsoft.com/office/officeart/2005/8/layout/process2"/>
    <dgm:cxn modelId="{F7D0A6EB-5F41-4AC2-9E99-0ED9CD4F6AA8}" type="presParOf" srcId="{8A24A9FB-48CB-4CBA-9C43-C26AC0574626}" destId="{0816ED6B-5132-4D8A-8E72-9E0BAB2346D8}" srcOrd="2" destOrd="0" presId="urn:microsoft.com/office/officeart/2005/8/layout/process2"/>
    <dgm:cxn modelId="{BD666FE0-9ECC-4D3C-92E7-EA1DDF3C2790}" type="presParOf" srcId="{8A24A9FB-48CB-4CBA-9C43-C26AC0574626}" destId="{7D35E761-683D-428A-BE90-5D0B9CC4FBAD}" srcOrd="3" destOrd="0" presId="urn:microsoft.com/office/officeart/2005/8/layout/process2"/>
    <dgm:cxn modelId="{B454CEFC-C007-4FAE-93B4-B25759D43812}" type="presParOf" srcId="{7D35E761-683D-428A-BE90-5D0B9CC4FBAD}" destId="{B79E87AF-C6E7-460E-8CBB-4D022C1E32D0}" srcOrd="0" destOrd="0" presId="urn:microsoft.com/office/officeart/2005/8/layout/process2"/>
    <dgm:cxn modelId="{F6C9A97F-E679-43F8-A7E9-5F32F93998FE}" type="presParOf" srcId="{8A24A9FB-48CB-4CBA-9C43-C26AC0574626}" destId="{A8F8C99B-53BD-4640-9877-83A49E0B3B56}" srcOrd="4" destOrd="0" presId="urn:microsoft.com/office/officeart/2005/8/layout/process2"/>
    <dgm:cxn modelId="{2ACAB4CA-9646-4A4F-9572-7A12E6E7E033}" type="presParOf" srcId="{8A24A9FB-48CB-4CBA-9C43-C26AC0574626}" destId="{8F76E24F-B82D-4398-884C-7777787E7850}" srcOrd="5" destOrd="0" presId="urn:microsoft.com/office/officeart/2005/8/layout/process2"/>
    <dgm:cxn modelId="{92E92316-D35B-4727-A316-18FE39CECA8B}" type="presParOf" srcId="{8F76E24F-B82D-4398-884C-7777787E7850}" destId="{DE7EEB68-6FBD-41DA-8AE4-F36196FB689D}" srcOrd="0" destOrd="0" presId="urn:microsoft.com/office/officeart/2005/8/layout/process2"/>
    <dgm:cxn modelId="{6CEC60ED-29F1-4000-BF59-CF63EAC32277}" type="presParOf" srcId="{8A24A9FB-48CB-4CBA-9C43-C26AC0574626}" destId="{01929C4C-1CA5-409B-8CAF-AA037A02436A}"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E76FBD-2BFF-4E2C-8482-1D697072A18F}">
      <dsp:nvSpPr>
        <dsp:cNvPr id="0" name=""/>
        <dsp:cNvSpPr/>
      </dsp:nvSpPr>
      <dsp:spPr>
        <a:xfrm>
          <a:off x="6250" y="324808"/>
          <a:ext cx="1868289" cy="11209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Databricks notebook</a:t>
          </a:r>
        </a:p>
      </dsp:txBody>
      <dsp:txXfrm>
        <a:off x="39082" y="357640"/>
        <a:ext cx="1802625" cy="1055309"/>
      </dsp:txXfrm>
    </dsp:sp>
    <dsp:sp modelId="{16735FFF-D615-4352-94FE-BBB4250CB4A3}">
      <dsp:nvSpPr>
        <dsp:cNvPr id="0" name=""/>
        <dsp:cNvSpPr/>
      </dsp:nvSpPr>
      <dsp:spPr>
        <a:xfrm>
          <a:off x="1819426" y="644527"/>
          <a:ext cx="891993" cy="321490"/>
        </a:xfrm>
        <a:prstGeom prst="left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819426" y="708825"/>
        <a:ext cx="795546" cy="192894"/>
      </dsp:txXfrm>
    </dsp:sp>
    <dsp:sp modelId="{11C9C5B6-7A5A-4460-B811-8FF5F921249B}">
      <dsp:nvSpPr>
        <dsp:cNvPr id="0" name=""/>
        <dsp:cNvSpPr/>
      </dsp:nvSpPr>
      <dsp:spPr>
        <a:xfrm>
          <a:off x="2621855" y="324808"/>
          <a:ext cx="1868289" cy="11209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DBFS</a:t>
          </a:r>
        </a:p>
      </dsp:txBody>
      <dsp:txXfrm>
        <a:off x="2654687" y="357640"/>
        <a:ext cx="1802625" cy="1055309"/>
      </dsp:txXfrm>
    </dsp:sp>
    <dsp:sp modelId="{C9992383-0DAE-4732-87F0-C53F7D1CA2B1}">
      <dsp:nvSpPr>
        <dsp:cNvPr id="0" name=""/>
        <dsp:cNvSpPr/>
      </dsp:nvSpPr>
      <dsp:spPr>
        <a:xfrm>
          <a:off x="4332990" y="659748"/>
          <a:ext cx="984335" cy="463335"/>
        </a:xfrm>
        <a:prstGeom prst="left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332990" y="752415"/>
        <a:ext cx="845335" cy="278001"/>
      </dsp:txXfrm>
    </dsp:sp>
    <dsp:sp modelId="{6AB1BEA9-C06F-4EDC-BBA8-0FDCF596BA69}">
      <dsp:nvSpPr>
        <dsp:cNvPr id="0" name=""/>
        <dsp:cNvSpPr/>
      </dsp:nvSpPr>
      <dsp:spPr>
        <a:xfrm>
          <a:off x="5237460" y="324808"/>
          <a:ext cx="1868289" cy="11209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Azure </a:t>
          </a:r>
          <a:r>
            <a:rPr lang="en-US" sz="2200" kern="1200" dirty="0" err="1"/>
            <a:t>datalake</a:t>
          </a:r>
          <a:r>
            <a:rPr lang="en-US" sz="2200" kern="1200" dirty="0"/>
            <a:t> gen2</a:t>
          </a:r>
        </a:p>
      </dsp:txBody>
      <dsp:txXfrm>
        <a:off x="5270292" y="357640"/>
        <a:ext cx="1802625" cy="10553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212AB-D343-4C56-BA85-5FBA7132C0C7}">
      <dsp:nvSpPr>
        <dsp:cNvPr id="0" name=""/>
        <dsp:cNvSpPr/>
      </dsp:nvSpPr>
      <dsp:spPr>
        <a:xfrm>
          <a:off x="4464950" y="2124"/>
          <a:ext cx="1585699" cy="790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Databricks notebook</a:t>
          </a:r>
        </a:p>
      </dsp:txBody>
      <dsp:txXfrm>
        <a:off x="4488099" y="25273"/>
        <a:ext cx="1539401" cy="744081"/>
      </dsp:txXfrm>
    </dsp:sp>
    <dsp:sp modelId="{E4B0F2EF-D94E-4AE1-A9D8-7DE6B020354D}">
      <dsp:nvSpPr>
        <dsp:cNvPr id="0" name=""/>
        <dsp:cNvSpPr/>
      </dsp:nvSpPr>
      <dsp:spPr>
        <a:xfrm rot="10800000">
          <a:off x="5003803" y="773643"/>
          <a:ext cx="372529" cy="432911"/>
        </a:xfrm>
        <a:prstGeom prst="upDown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116073" y="859714"/>
        <a:ext cx="259747" cy="260770"/>
      </dsp:txXfrm>
    </dsp:sp>
    <dsp:sp modelId="{0816ED6B-5132-4D8A-8E72-9E0BAB2346D8}">
      <dsp:nvSpPr>
        <dsp:cNvPr id="0" name=""/>
        <dsp:cNvSpPr/>
      </dsp:nvSpPr>
      <dsp:spPr>
        <a:xfrm>
          <a:off x="4464950" y="1187694"/>
          <a:ext cx="1585699" cy="790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DBFS (/</a:t>
          </a:r>
          <a:r>
            <a:rPr lang="en-US" sz="1800" kern="1200" dirty="0" err="1"/>
            <a:t>mnt</a:t>
          </a:r>
          <a:r>
            <a:rPr lang="en-US" sz="1800" kern="1200" dirty="0"/>
            <a:t>/storage)</a:t>
          </a:r>
        </a:p>
      </dsp:txBody>
      <dsp:txXfrm>
        <a:off x="4488099" y="1210843"/>
        <a:ext cx="1539401" cy="744081"/>
      </dsp:txXfrm>
    </dsp:sp>
    <dsp:sp modelId="{7D35E761-683D-428A-BE90-5D0B9CC4FBAD}">
      <dsp:nvSpPr>
        <dsp:cNvPr id="0" name=""/>
        <dsp:cNvSpPr/>
      </dsp:nvSpPr>
      <dsp:spPr>
        <a:xfrm rot="10800000">
          <a:off x="5106798" y="1939517"/>
          <a:ext cx="302003" cy="472302"/>
        </a:xfrm>
        <a:prstGeom prst="upDown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161409" y="2069967"/>
        <a:ext cx="283382" cy="211402"/>
      </dsp:txXfrm>
    </dsp:sp>
    <dsp:sp modelId="{A8F8C99B-53BD-4640-9877-83A49E0B3B56}">
      <dsp:nvSpPr>
        <dsp:cNvPr id="0" name=""/>
        <dsp:cNvSpPr/>
      </dsp:nvSpPr>
      <dsp:spPr>
        <a:xfrm>
          <a:off x="4464950" y="2373263"/>
          <a:ext cx="1585699" cy="790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Service principal</a:t>
          </a:r>
        </a:p>
      </dsp:txBody>
      <dsp:txXfrm>
        <a:off x="4488099" y="2396412"/>
        <a:ext cx="1539401" cy="744081"/>
      </dsp:txXfrm>
    </dsp:sp>
    <dsp:sp modelId="{8F76E24F-B82D-4398-884C-7777787E7850}">
      <dsp:nvSpPr>
        <dsp:cNvPr id="0" name=""/>
        <dsp:cNvSpPr/>
      </dsp:nvSpPr>
      <dsp:spPr>
        <a:xfrm rot="10800000">
          <a:off x="5109603" y="3095568"/>
          <a:ext cx="296392" cy="531340"/>
        </a:xfrm>
        <a:prstGeom prst="upDown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142856" y="3257501"/>
        <a:ext cx="318804" cy="207474"/>
      </dsp:txXfrm>
    </dsp:sp>
    <dsp:sp modelId="{01929C4C-1CA5-409B-8CAF-AA037A02436A}">
      <dsp:nvSpPr>
        <dsp:cNvPr id="0" name=""/>
        <dsp:cNvSpPr/>
      </dsp:nvSpPr>
      <dsp:spPr>
        <a:xfrm>
          <a:off x="4464950" y="3558833"/>
          <a:ext cx="1585699" cy="790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Azure</a:t>
          </a:r>
          <a:r>
            <a:rPr lang="en-US" sz="1800" kern="1200" baseline="0" dirty="0"/>
            <a:t> </a:t>
          </a:r>
          <a:r>
            <a:rPr lang="en-US" sz="1800" kern="1200" baseline="0" dirty="0" err="1"/>
            <a:t>datalake</a:t>
          </a:r>
          <a:r>
            <a:rPr lang="en-US" sz="1800" kern="1200" baseline="0" dirty="0"/>
            <a:t> gen 2</a:t>
          </a:r>
          <a:endParaRPr lang="en-US" sz="1800" kern="1200" dirty="0"/>
        </a:p>
      </dsp:txBody>
      <dsp:txXfrm>
        <a:off x="4488099" y="3581982"/>
        <a:ext cx="1539401" cy="74408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48E61-160B-52AE-194B-D3B174ED0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6DFED8-ABC7-7DC0-FB91-1BB8BE2CC8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925F29-4BC7-11BE-638A-8499C06231EB}"/>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5" name="Footer Placeholder 4">
            <a:extLst>
              <a:ext uri="{FF2B5EF4-FFF2-40B4-BE49-F238E27FC236}">
                <a16:creationId xmlns:a16="http://schemas.microsoft.com/office/drawing/2014/main" id="{E2924E5A-EABB-2CDF-8706-D43DA4BA23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F4DA5-352E-7992-5832-EAE0C9CD726B}"/>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344361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00098-4ED3-CF11-ADBD-5843C90506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D2772-7987-20B9-91A8-D97E856D6A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0FD13C-80C1-ECFF-877A-C10074B2CBBA}"/>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5" name="Footer Placeholder 4">
            <a:extLst>
              <a:ext uri="{FF2B5EF4-FFF2-40B4-BE49-F238E27FC236}">
                <a16:creationId xmlns:a16="http://schemas.microsoft.com/office/drawing/2014/main" id="{1E90E50A-09D4-C31E-3A0A-9E802C1F6D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3F4534-DF80-6693-F267-B447F64F202B}"/>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3140212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08E17-48B6-91D7-4E50-0071AC3B96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3CA747-1050-1E48-1DC4-51C68856E1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ABD499-CB1A-8F84-A0ED-4B273291E202}"/>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5" name="Footer Placeholder 4">
            <a:extLst>
              <a:ext uri="{FF2B5EF4-FFF2-40B4-BE49-F238E27FC236}">
                <a16:creationId xmlns:a16="http://schemas.microsoft.com/office/drawing/2014/main" id="{1B71DE96-F9D3-C8FF-D2EB-C6D8FE2311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53C00B-600C-40B1-EA92-F52A9AC6427B}"/>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130335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FBA3-4039-3E36-DF70-4E6684A866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7F75DD-25C6-EA3E-3804-BFA640D329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51B0A7-D1E7-30FB-8675-5BA7DD3AFA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333E1D-1B80-D454-2BE1-DED96CCF8F97}"/>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6" name="Footer Placeholder 5">
            <a:extLst>
              <a:ext uri="{FF2B5EF4-FFF2-40B4-BE49-F238E27FC236}">
                <a16:creationId xmlns:a16="http://schemas.microsoft.com/office/drawing/2014/main" id="{425AC28F-52C6-7D4F-9E9B-FA6D99928B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D6A6E3-E8FF-92E5-56FF-76390F63A6B8}"/>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3883879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4BDF5-3CAF-C429-D1E3-E6DF2BF68A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209D7A-C228-B9D6-E1E1-65EEF887A7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B379C6-5D58-C37C-ED73-CD937EAA44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97F26-120A-1112-8221-07A35EF70E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D354B5-110B-38A4-30F7-106074915F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44498F-F0DB-6856-131C-80953E5C2E04}"/>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8" name="Footer Placeholder 7">
            <a:extLst>
              <a:ext uri="{FF2B5EF4-FFF2-40B4-BE49-F238E27FC236}">
                <a16:creationId xmlns:a16="http://schemas.microsoft.com/office/drawing/2014/main" id="{F7D8F9A5-68A1-3533-BE8D-E583FA65F9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F0AB85-96A6-A941-32F3-3063BDF7E281}"/>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411721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E9BD-751D-F101-12D8-6CC36E6064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2D5FEA-2CA6-06D4-6B07-78B87CBE2124}"/>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4" name="Footer Placeholder 3">
            <a:extLst>
              <a:ext uri="{FF2B5EF4-FFF2-40B4-BE49-F238E27FC236}">
                <a16:creationId xmlns:a16="http://schemas.microsoft.com/office/drawing/2014/main" id="{50500DEB-D427-479D-8C07-5802BE7BC3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9582F8-349E-9E0D-8E81-7FE78C30E0EA}"/>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4142684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27D050-21A4-FF90-7B67-2C9A1A39626B}"/>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3" name="Footer Placeholder 2">
            <a:extLst>
              <a:ext uri="{FF2B5EF4-FFF2-40B4-BE49-F238E27FC236}">
                <a16:creationId xmlns:a16="http://schemas.microsoft.com/office/drawing/2014/main" id="{F98BFDB6-E23D-7BB0-C0D7-3E08D869FE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8918DC-42FE-58B8-E2B5-6440EDA2C90E}"/>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325487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61B8-45DB-6849-7C92-A809D09832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9F40AB-F3BF-3974-C7C6-08DCFAEEA2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E05836-766F-E60C-2AAB-11DEA92F5F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239C4A-A899-A40A-D329-5F1109851FB0}"/>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6" name="Footer Placeholder 5">
            <a:extLst>
              <a:ext uri="{FF2B5EF4-FFF2-40B4-BE49-F238E27FC236}">
                <a16:creationId xmlns:a16="http://schemas.microsoft.com/office/drawing/2014/main" id="{D1ADADB8-9457-9D2D-0283-F0BB525320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2ED06E-0082-2A62-BB7A-1B96DFDB32A8}"/>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3940166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648BF-6A4C-4375-D017-277A911C47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7CF06A-6C1F-541A-9EE2-C3126C1266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17C31-AC7C-17F7-1A6B-EA8F7B37B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7F0BA7-29AE-2CD6-F4A9-619B1549D720}"/>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6" name="Footer Placeholder 5">
            <a:extLst>
              <a:ext uri="{FF2B5EF4-FFF2-40B4-BE49-F238E27FC236}">
                <a16:creationId xmlns:a16="http://schemas.microsoft.com/office/drawing/2014/main" id="{4E251156-F489-5837-3011-8FB3672286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A5A38-CE3A-E039-6B2A-D1232561160F}"/>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3603711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98F52-CEAB-42F3-D61F-E689B5A897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5138BD-DB7C-31A0-44BE-44E3A3238D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80E0A0-BFD8-BC55-24A1-CABA446346DB}"/>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5" name="Footer Placeholder 4">
            <a:extLst>
              <a:ext uri="{FF2B5EF4-FFF2-40B4-BE49-F238E27FC236}">
                <a16:creationId xmlns:a16="http://schemas.microsoft.com/office/drawing/2014/main" id="{72670306-5678-46F6-176E-753DF5C66A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28D0AA-7DFA-9460-B203-BBC7DF4DC4F6}"/>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3336816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33D49F-8DA9-271B-7A5B-DFDCEC19C0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FFC81C-6BEB-24F5-4E65-E09766A3D9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508D76-019F-33DA-FE3D-F2AEF26762BD}"/>
              </a:ext>
            </a:extLst>
          </p:cNvPr>
          <p:cNvSpPr>
            <a:spLocks noGrp="1"/>
          </p:cNvSpPr>
          <p:nvPr>
            <p:ph type="dt" sz="half" idx="10"/>
          </p:nvPr>
        </p:nvSpPr>
        <p:spPr/>
        <p:txBody>
          <a:bodyPr/>
          <a:lstStyle/>
          <a:p>
            <a:fld id="{E9042639-5BBE-4F6D-959F-43AD75262CF7}" type="datetimeFigureOut">
              <a:rPr lang="en-US" smtClean="0"/>
              <a:t>9/26/2024</a:t>
            </a:fld>
            <a:endParaRPr lang="en-US"/>
          </a:p>
        </p:txBody>
      </p:sp>
      <p:sp>
        <p:nvSpPr>
          <p:cNvPr id="5" name="Footer Placeholder 4">
            <a:extLst>
              <a:ext uri="{FF2B5EF4-FFF2-40B4-BE49-F238E27FC236}">
                <a16:creationId xmlns:a16="http://schemas.microsoft.com/office/drawing/2014/main" id="{3B4FD722-5557-7FFC-D15F-2E05F6BC84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254297-D4FA-A944-FB0C-3EE9302A3352}"/>
              </a:ext>
            </a:extLst>
          </p:cNvPr>
          <p:cNvSpPr>
            <a:spLocks noGrp="1"/>
          </p:cNvSpPr>
          <p:nvPr>
            <p:ph type="sldNum" sz="quarter" idx="12"/>
          </p:nvPr>
        </p:nvSpPr>
        <p:spPr/>
        <p:txBody>
          <a:bodyPr/>
          <a:lstStyle/>
          <a:p>
            <a:fld id="{7BCDEAF9-2D6C-44BA-AAE3-FFC0AA253BB8}" type="slidenum">
              <a:rPr lang="en-US" smtClean="0"/>
              <a:t>‹#›</a:t>
            </a:fld>
            <a:endParaRPr lang="en-US"/>
          </a:p>
        </p:txBody>
      </p:sp>
    </p:spTree>
    <p:extLst>
      <p:ext uri="{BB962C8B-B14F-4D97-AF65-F5344CB8AC3E}">
        <p14:creationId xmlns:p14="http://schemas.microsoft.com/office/powerpoint/2010/main" val="422849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805AE6-86D1-0D92-F980-0CFBDD99ED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BCB628-0473-F407-32E8-51221F477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2A70A5-AF0A-EA43-9D73-598110BC2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42639-5BBE-4F6D-959F-43AD75262CF7}" type="datetimeFigureOut">
              <a:rPr lang="en-US" smtClean="0"/>
              <a:t>9/26/2024</a:t>
            </a:fld>
            <a:endParaRPr lang="en-US"/>
          </a:p>
        </p:txBody>
      </p:sp>
      <p:sp>
        <p:nvSpPr>
          <p:cNvPr id="5" name="Footer Placeholder 4">
            <a:extLst>
              <a:ext uri="{FF2B5EF4-FFF2-40B4-BE49-F238E27FC236}">
                <a16:creationId xmlns:a16="http://schemas.microsoft.com/office/drawing/2014/main" id="{C4395C1D-1A10-9450-1CCB-AC416EFC4C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731CB2-01B5-1765-8588-0DA41264E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DEAF9-2D6C-44BA-AAE3-FFC0AA253BB8}" type="slidenum">
              <a:rPr lang="en-US" smtClean="0"/>
              <a:t>‹#›</a:t>
            </a:fld>
            <a:endParaRPr lang="en-US"/>
          </a:p>
        </p:txBody>
      </p:sp>
    </p:spTree>
    <p:extLst>
      <p:ext uri="{BB962C8B-B14F-4D97-AF65-F5344CB8AC3E}">
        <p14:creationId xmlns:p14="http://schemas.microsoft.com/office/powerpoint/2010/main" val="200856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E0CAC-F06E-5A29-6525-A0B23225820D}"/>
              </a:ext>
            </a:extLst>
          </p:cNvPr>
          <p:cNvSpPr>
            <a:spLocks noGrp="1"/>
          </p:cNvSpPr>
          <p:nvPr>
            <p:ph type="ctrTitle"/>
          </p:nvPr>
        </p:nvSpPr>
        <p:spPr/>
        <p:txBody>
          <a:bodyPr/>
          <a:lstStyle/>
          <a:p>
            <a:r>
              <a:rPr lang="en-US" dirty="0"/>
              <a:t>DBFS</a:t>
            </a:r>
          </a:p>
        </p:txBody>
      </p:sp>
      <p:sp>
        <p:nvSpPr>
          <p:cNvPr id="3" name="Subtitle 2">
            <a:extLst>
              <a:ext uri="{FF2B5EF4-FFF2-40B4-BE49-F238E27FC236}">
                <a16:creationId xmlns:a16="http://schemas.microsoft.com/office/drawing/2014/main" id="{EF8B6CFD-B65A-B2F1-4B58-BBEF82D0C8A9}"/>
              </a:ext>
            </a:extLst>
          </p:cNvPr>
          <p:cNvSpPr>
            <a:spLocks noGrp="1"/>
          </p:cNvSpPr>
          <p:nvPr>
            <p:ph type="subTitle" idx="1"/>
          </p:nvPr>
        </p:nvSpPr>
        <p:spPr/>
        <p:txBody>
          <a:bodyPr/>
          <a:lstStyle/>
          <a:p>
            <a:r>
              <a:rPr lang="en-US" dirty="0"/>
              <a:t>Databrick file system</a:t>
            </a:r>
          </a:p>
        </p:txBody>
      </p:sp>
    </p:spTree>
    <p:extLst>
      <p:ext uri="{BB962C8B-B14F-4D97-AF65-F5344CB8AC3E}">
        <p14:creationId xmlns:p14="http://schemas.microsoft.com/office/powerpoint/2010/main" val="1205529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21E35-8328-EB04-37D0-9FA1C07751ED}"/>
              </a:ext>
            </a:extLst>
          </p:cNvPr>
          <p:cNvSpPr>
            <a:spLocks noGrp="1"/>
          </p:cNvSpPr>
          <p:nvPr>
            <p:ph type="title"/>
          </p:nvPr>
        </p:nvSpPr>
        <p:spPr/>
        <p:txBody>
          <a:bodyPr/>
          <a:lstStyle/>
          <a:p>
            <a:r>
              <a:rPr lang="en-US" dirty="0"/>
              <a:t>DBFS</a:t>
            </a:r>
          </a:p>
        </p:txBody>
      </p:sp>
      <p:sp>
        <p:nvSpPr>
          <p:cNvPr id="3" name="Content Placeholder 2">
            <a:extLst>
              <a:ext uri="{FF2B5EF4-FFF2-40B4-BE49-F238E27FC236}">
                <a16:creationId xmlns:a16="http://schemas.microsoft.com/office/drawing/2014/main" id="{A1CAE781-C59D-87F5-88EA-0F448732286F}"/>
              </a:ext>
            </a:extLst>
          </p:cNvPr>
          <p:cNvSpPr>
            <a:spLocks noGrp="1"/>
          </p:cNvSpPr>
          <p:nvPr>
            <p:ph idx="1"/>
          </p:nvPr>
        </p:nvSpPr>
        <p:spPr>
          <a:xfrm>
            <a:off x="643467" y="1413934"/>
            <a:ext cx="10710333" cy="1794934"/>
          </a:xfrm>
        </p:spPr>
        <p:txBody>
          <a:bodyPr/>
          <a:lstStyle/>
          <a:p>
            <a:r>
              <a:rPr lang="en-US" dirty="0"/>
              <a:t>Databrick file system:  is a distributed file system mounted on the </a:t>
            </a:r>
            <a:r>
              <a:rPr lang="en-US" dirty="0" err="1"/>
              <a:t>databricks</a:t>
            </a:r>
            <a:r>
              <a:rPr lang="en-US" dirty="0"/>
              <a:t> workspace.</a:t>
            </a:r>
          </a:p>
          <a:p>
            <a:r>
              <a:rPr lang="en-US" dirty="0"/>
              <a:t>DBFS root is the default storage for </a:t>
            </a:r>
            <a:r>
              <a:rPr lang="en-US" dirty="0" err="1"/>
              <a:t>databricks</a:t>
            </a:r>
            <a:r>
              <a:rPr lang="en-US" dirty="0"/>
              <a:t> workspace created during workspace deployment.</a:t>
            </a:r>
          </a:p>
        </p:txBody>
      </p:sp>
      <p:pic>
        <p:nvPicPr>
          <p:cNvPr id="5" name="Picture 4">
            <a:extLst>
              <a:ext uri="{FF2B5EF4-FFF2-40B4-BE49-F238E27FC236}">
                <a16:creationId xmlns:a16="http://schemas.microsoft.com/office/drawing/2014/main" id="{72D4AF1C-FBA4-A26F-C724-B029AF7FAE0B}"/>
              </a:ext>
            </a:extLst>
          </p:cNvPr>
          <p:cNvPicPr>
            <a:picLocks noChangeAspect="1"/>
          </p:cNvPicPr>
          <p:nvPr/>
        </p:nvPicPr>
        <p:blipFill>
          <a:blip r:embed="rId2"/>
          <a:stretch>
            <a:fillRect/>
          </a:stretch>
        </p:blipFill>
        <p:spPr>
          <a:xfrm>
            <a:off x="1718733" y="3429000"/>
            <a:ext cx="8424333" cy="3230815"/>
          </a:xfrm>
          <a:prstGeom prst="rect">
            <a:avLst/>
          </a:prstGeom>
        </p:spPr>
      </p:pic>
    </p:spTree>
    <p:extLst>
      <p:ext uri="{BB962C8B-B14F-4D97-AF65-F5344CB8AC3E}">
        <p14:creationId xmlns:p14="http://schemas.microsoft.com/office/powerpoint/2010/main" val="278408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FD8D-E15C-E330-A606-71F8261957F1}"/>
              </a:ext>
            </a:extLst>
          </p:cNvPr>
          <p:cNvSpPr>
            <a:spLocks noGrp="1"/>
          </p:cNvSpPr>
          <p:nvPr>
            <p:ph type="title"/>
          </p:nvPr>
        </p:nvSpPr>
        <p:spPr/>
        <p:txBody>
          <a:bodyPr/>
          <a:lstStyle/>
          <a:p>
            <a:r>
              <a:rPr lang="en-US" dirty="0"/>
              <a:t>Root</a:t>
            </a:r>
          </a:p>
        </p:txBody>
      </p:sp>
      <p:sp>
        <p:nvSpPr>
          <p:cNvPr id="3" name="Content Placeholder 2">
            <a:extLst>
              <a:ext uri="{FF2B5EF4-FFF2-40B4-BE49-F238E27FC236}">
                <a16:creationId xmlns:a16="http://schemas.microsoft.com/office/drawing/2014/main" id="{9D7A8BC5-3082-B830-A09E-F0AD15950245}"/>
              </a:ext>
            </a:extLst>
          </p:cNvPr>
          <p:cNvSpPr>
            <a:spLocks noGrp="1"/>
          </p:cNvSpPr>
          <p:nvPr>
            <p:ph idx="1"/>
          </p:nvPr>
        </p:nvSpPr>
        <p:spPr>
          <a:xfrm>
            <a:off x="347133" y="1507066"/>
            <a:ext cx="11514667" cy="4792133"/>
          </a:xfrm>
        </p:spPr>
        <p:txBody>
          <a:bodyPr>
            <a:normAutofit/>
          </a:bodyPr>
          <a:lstStyle/>
          <a:p>
            <a:r>
              <a:rPr lang="en-US" dirty="0"/>
              <a:t>Backed by the default Azure blob storage </a:t>
            </a:r>
          </a:p>
          <a:p>
            <a:r>
              <a:rPr lang="en-US" dirty="0"/>
              <a:t>Can be accessed via web UI</a:t>
            </a:r>
          </a:p>
          <a:p>
            <a:r>
              <a:rPr lang="en-US" dirty="0"/>
              <a:t>Query results are stored here</a:t>
            </a:r>
          </a:p>
          <a:p>
            <a:r>
              <a:rPr lang="en-US" dirty="0"/>
              <a:t>Default storage location for managed tables</a:t>
            </a:r>
          </a:p>
          <a:p>
            <a:r>
              <a:rPr lang="en-US" dirty="0"/>
              <a:t>Default storage location but not recommended for  user data. </a:t>
            </a:r>
          </a:p>
        </p:txBody>
      </p:sp>
    </p:spTree>
    <p:extLst>
      <p:ext uri="{BB962C8B-B14F-4D97-AF65-F5344CB8AC3E}">
        <p14:creationId xmlns:p14="http://schemas.microsoft.com/office/powerpoint/2010/main" val="2107242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AB338-879F-EBF8-DB3C-C98CEA2CA867}"/>
              </a:ext>
            </a:extLst>
          </p:cNvPr>
          <p:cNvSpPr>
            <a:spLocks noGrp="1"/>
          </p:cNvSpPr>
          <p:nvPr>
            <p:ph type="title"/>
          </p:nvPr>
        </p:nvSpPr>
        <p:spPr/>
        <p:txBody>
          <a:bodyPr/>
          <a:lstStyle/>
          <a:p>
            <a:r>
              <a:rPr lang="en-US" dirty="0"/>
              <a:t>Databricks mount</a:t>
            </a:r>
          </a:p>
        </p:txBody>
      </p:sp>
      <p:sp>
        <p:nvSpPr>
          <p:cNvPr id="3" name="Content Placeholder 2">
            <a:extLst>
              <a:ext uri="{FF2B5EF4-FFF2-40B4-BE49-F238E27FC236}">
                <a16:creationId xmlns:a16="http://schemas.microsoft.com/office/drawing/2014/main" id="{E21A6493-032F-A043-D755-9748C1858174}"/>
              </a:ext>
            </a:extLst>
          </p:cNvPr>
          <p:cNvSpPr>
            <a:spLocks noGrp="1"/>
          </p:cNvSpPr>
          <p:nvPr>
            <p:ph idx="1"/>
          </p:nvPr>
        </p:nvSpPr>
        <p:spPr>
          <a:xfrm>
            <a:off x="304800" y="1524000"/>
            <a:ext cx="4123267" cy="4968875"/>
          </a:xfrm>
        </p:spPr>
        <p:txBody>
          <a:bodyPr>
            <a:normAutofit/>
          </a:bodyPr>
          <a:lstStyle/>
          <a:p>
            <a:r>
              <a:rPr lang="en-US" dirty="0"/>
              <a:t>Benefits:</a:t>
            </a:r>
          </a:p>
          <a:p>
            <a:pPr algn="l"/>
            <a:r>
              <a:rPr lang="en-US" sz="1800" b="0" i="0" u="none" strike="noStrike" baseline="0" dirty="0">
                <a:latin typeface="Calibri" panose="020F0502020204030204" pitchFamily="34" charset="0"/>
              </a:rPr>
              <a:t>Access data without requiring credentials</a:t>
            </a:r>
          </a:p>
          <a:p>
            <a:pPr algn="l"/>
            <a:r>
              <a:rPr lang="en-US" sz="1800" b="0" i="0" u="none" strike="noStrike" baseline="0" dirty="0">
                <a:latin typeface="Calibri" panose="020F0502020204030204" pitchFamily="34" charset="0"/>
              </a:rPr>
              <a:t>Access files using file semantics rather than storage URLs (e.g. /</a:t>
            </a:r>
            <a:r>
              <a:rPr lang="en-US" sz="1800" b="0" i="0" u="none" strike="noStrike" baseline="0" dirty="0" err="1">
                <a:latin typeface="Calibri" panose="020F0502020204030204" pitchFamily="34" charset="0"/>
              </a:rPr>
              <a:t>mnt</a:t>
            </a:r>
            <a:r>
              <a:rPr lang="en-US" sz="1800" b="0" i="0" u="none" strike="noStrike" baseline="0" dirty="0">
                <a:latin typeface="Calibri" panose="020F0502020204030204" pitchFamily="34" charset="0"/>
              </a:rPr>
              <a:t>/storage1)</a:t>
            </a:r>
          </a:p>
          <a:p>
            <a:pPr algn="l"/>
            <a:r>
              <a:rPr lang="en-US" sz="1800" b="0" i="0" u="none" strike="noStrike" baseline="0" dirty="0">
                <a:latin typeface="Calibri" panose="020F0502020204030204" pitchFamily="34" charset="0"/>
              </a:rPr>
              <a:t>Stores files to object storage (e.g. Azure Blob), so you get all the benefits from Azure</a:t>
            </a:r>
            <a:r>
              <a:rPr lang="en-US" dirty="0"/>
              <a:t> </a:t>
            </a:r>
          </a:p>
          <a:p>
            <a:pPr algn="l"/>
            <a:r>
              <a:rPr lang="en-US" sz="1800" b="0" i="0" u="none" strike="noStrike" baseline="0" dirty="0">
                <a:latin typeface="Calibri" panose="020F0502020204030204" pitchFamily="34" charset="0"/>
              </a:rPr>
              <a:t>Recommended solution for access Azure Storage until the introduction</a:t>
            </a:r>
          </a:p>
          <a:p>
            <a:pPr algn="l"/>
            <a:r>
              <a:rPr lang="en-US" sz="1800" b="0" i="0" u="none" strike="noStrike" baseline="0" dirty="0">
                <a:latin typeface="Calibri" panose="020F0502020204030204" pitchFamily="34" charset="0"/>
              </a:rPr>
              <a:t>of Unity Catalog (Generally Available from end of 2022)</a:t>
            </a:r>
            <a:endParaRPr lang="en-US" dirty="0"/>
          </a:p>
        </p:txBody>
      </p:sp>
      <p:pic>
        <p:nvPicPr>
          <p:cNvPr id="6" name="Picture 5">
            <a:extLst>
              <a:ext uri="{FF2B5EF4-FFF2-40B4-BE49-F238E27FC236}">
                <a16:creationId xmlns:a16="http://schemas.microsoft.com/office/drawing/2014/main" id="{1F5114C4-E59C-C8EA-44C5-0669B2AAF741}"/>
              </a:ext>
            </a:extLst>
          </p:cNvPr>
          <p:cNvPicPr>
            <a:picLocks noChangeAspect="1"/>
          </p:cNvPicPr>
          <p:nvPr/>
        </p:nvPicPr>
        <p:blipFill>
          <a:blip r:embed="rId2"/>
          <a:stretch>
            <a:fillRect/>
          </a:stretch>
        </p:blipFill>
        <p:spPr>
          <a:xfrm>
            <a:off x="5021148" y="1346200"/>
            <a:ext cx="6395879" cy="3251200"/>
          </a:xfrm>
          <a:prstGeom prst="rect">
            <a:avLst/>
          </a:prstGeom>
        </p:spPr>
      </p:pic>
      <p:graphicFrame>
        <p:nvGraphicFramePr>
          <p:cNvPr id="7" name="Diagram 6">
            <a:extLst>
              <a:ext uri="{FF2B5EF4-FFF2-40B4-BE49-F238E27FC236}">
                <a16:creationId xmlns:a16="http://schemas.microsoft.com/office/drawing/2014/main" id="{B1AF2316-68C8-1F02-EA6F-B8B6C1715137}"/>
              </a:ext>
            </a:extLst>
          </p:cNvPr>
          <p:cNvGraphicFramePr/>
          <p:nvPr>
            <p:extLst>
              <p:ext uri="{D42A27DB-BD31-4B8C-83A1-F6EECF244321}">
                <p14:modId xmlns:p14="http://schemas.microsoft.com/office/powerpoint/2010/main" val="580738844"/>
              </p:ext>
            </p:extLst>
          </p:nvPr>
        </p:nvGraphicFramePr>
        <p:xfrm>
          <a:off x="4775200" y="4808008"/>
          <a:ext cx="7112000" cy="17705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4359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23611-E7AD-579B-35BB-8581D77B4E8E}"/>
              </a:ext>
            </a:extLst>
          </p:cNvPr>
          <p:cNvSpPr>
            <a:spLocks noGrp="1"/>
          </p:cNvSpPr>
          <p:nvPr>
            <p:ph type="title"/>
          </p:nvPr>
        </p:nvSpPr>
        <p:spPr/>
        <p:txBody>
          <a:bodyPr/>
          <a:lstStyle/>
          <a:p>
            <a:r>
              <a:rPr lang="en-US" dirty="0"/>
              <a:t>Connecting with DBFS</a:t>
            </a:r>
          </a:p>
        </p:txBody>
      </p:sp>
      <p:sp>
        <p:nvSpPr>
          <p:cNvPr id="7" name="Content Placeholder 6">
            <a:extLst>
              <a:ext uri="{FF2B5EF4-FFF2-40B4-BE49-F238E27FC236}">
                <a16:creationId xmlns:a16="http://schemas.microsoft.com/office/drawing/2014/main" id="{863D87FD-552A-9078-8336-CAF2D4B63550}"/>
              </a:ext>
            </a:extLst>
          </p:cNvPr>
          <p:cNvSpPr>
            <a:spLocks noGrp="1"/>
          </p:cNvSpPr>
          <p:nvPr>
            <p:ph idx="1"/>
          </p:nvPr>
        </p:nvSpPr>
        <p:spPr>
          <a:xfrm>
            <a:off x="7509933" y="1261533"/>
            <a:ext cx="3843867" cy="4915430"/>
          </a:xfrm>
        </p:spPr>
        <p:txBody>
          <a:bodyPr/>
          <a:lstStyle/>
          <a:p>
            <a:r>
              <a:rPr lang="en-US" dirty="0"/>
              <a:t>To resolve this, make DBFS file browser enabled</a:t>
            </a:r>
          </a:p>
          <a:p>
            <a:r>
              <a:rPr lang="en-US" dirty="0"/>
              <a:t>Refresh and check if changes are done</a:t>
            </a:r>
          </a:p>
          <a:p>
            <a:r>
              <a:rPr lang="en-US" dirty="0"/>
              <a:t>Go to compute and click on browse DBFS</a:t>
            </a:r>
          </a:p>
          <a:p>
            <a:r>
              <a:rPr lang="en-US" dirty="0"/>
              <a:t>Which is holding </a:t>
            </a:r>
            <a:r>
              <a:rPr lang="en-US" dirty="0" err="1"/>
              <a:t>FileStore</a:t>
            </a:r>
            <a:r>
              <a:rPr lang="en-US" dirty="0"/>
              <a:t> folder.</a:t>
            </a:r>
          </a:p>
          <a:p>
            <a:r>
              <a:rPr lang="en-US" dirty="0"/>
              <a:t>Click on Upload to upload files here.</a:t>
            </a:r>
          </a:p>
          <a:p>
            <a:endParaRPr lang="en-US" dirty="0"/>
          </a:p>
          <a:p>
            <a:endParaRPr lang="en-US" dirty="0"/>
          </a:p>
        </p:txBody>
      </p:sp>
      <p:pic>
        <p:nvPicPr>
          <p:cNvPr id="9" name="Picture 8">
            <a:extLst>
              <a:ext uri="{FF2B5EF4-FFF2-40B4-BE49-F238E27FC236}">
                <a16:creationId xmlns:a16="http://schemas.microsoft.com/office/drawing/2014/main" id="{34BF6247-C6F2-39C8-68AA-16C278013F35}"/>
              </a:ext>
            </a:extLst>
          </p:cNvPr>
          <p:cNvPicPr>
            <a:picLocks noChangeAspect="1"/>
          </p:cNvPicPr>
          <p:nvPr/>
        </p:nvPicPr>
        <p:blipFill>
          <a:blip r:embed="rId2"/>
          <a:stretch>
            <a:fillRect/>
          </a:stretch>
        </p:blipFill>
        <p:spPr>
          <a:xfrm>
            <a:off x="186267" y="2133600"/>
            <a:ext cx="7014528" cy="3297527"/>
          </a:xfrm>
          <a:prstGeom prst="rect">
            <a:avLst/>
          </a:prstGeom>
        </p:spPr>
      </p:pic>
    </p:spTree>
    <p:extLst>
      <p:ext uri="{BB962C8B-B14F-4D97-AF65-F5344CB8AC3E}">
        <p14:creationId xmlns:p14="http://schemas.microsoft.com/office/powerpoint/2010/main" val="2399246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5F050-1B4F-1842-F66D-EA032AF0A56D}"/>
              </a:ext>
            </a:extLst>
          </p:cNvPr>
          <p:cNvSpPr>
            <a:spLocks noGrp="1"/>
          </p:cNvSpPr>
          <p:nvPr>
            <p:ph type="title"/>
          </p:nvPr>
        </p:nvSpPr>
        <p:spPr/>
        <p:txBody>
          <a:bodyPr/>
          <a:lstStyle/>
          <a:p>
            <a:r>
              <a:rPr lang="en-US" dirty="0"/>
              <a:t>Change the setting step1</a:t>
            </a:r>
          </a:p>
        </p:txBody>
      </p:sp>
      <p:pic>
        <p:nvPicPr>
          <p:cNvPr id="5" name="Content Placeholder 4">
            <a:extLst>
              <a:ext uri="{FF2B5EF4-FFF2-40B4-BE49-F238E27FC236}">
                <a16:creationId xmlns:a16="http://schemas.microsoft.com/office/drawing/2014/main" id="{2838815F-9B41-CB68-B6DA-991C98F5A187}"/>
              </a:ext>
            </a:extLst>
          </p:cNvPr>
          <p:cNvPicPr>
            <a:picLocks noGrp="1" noChangeAspect="1"/>
          </p:cNvPicPr>
          <p:nvPr>
            <p:ph idx="1"/>
          </p:nvPr>
        </p:nvPicPr>
        <p:blipFill>
          <a:blip r:embed="rId2"/>
          <a:stretch>
            <a:fillRect/>
          </a:stretch>
        </p:blipFill>
        <p:spPr>
          <a:xfrm>
            <a:off x="1249351" y="2075474"/>
            <a:ext cx="8682049" cy="3715642"/>
          </a:xfrm>
        </p:spPr>
      </p:pic>
    </p:spTree>
    <p:extLst>
      <p:ext uri="{BB962C8B-B14F-4D97-AF65-F5344CB8AC3E}">
        <p14:creationId xmlns:p14="http://schemas.microsoft.com/office/powerpoint/2010/main" val="2130287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19EEA-2A9E-ABE9-C347-96742AB1056B}"/>
              </a:ext>
            </a:extLst>
          </p:cNvPr>
          <p:cNvSpPr>
            <a:spLocks noGrp="1"/>
          </p:cNvSpPr>
          <p:nvPr>
            <p:ph type="title"/>
          </p:nvPr>
        </p:nvSpPr>
        <p:spPr>
          <a:xfrm>
            <a:off x="838200" y="365126"/>
            <a:ext cx="10515600" cy="617008"/>
          </a:xfrm>
        </p:spPr>
        <p:txBody>
          <a:bodyPr>
            <a:normAutofit fontScale="90000"/>
          </a:bodyPr>
          <a:lstStyle/>
          <a:p>
            <a:r>
              <a:rPr lang="en-US" dirty="0"/>
              <a:t>Step 2</a:t>
            </a:r>
          </a:p>
        </p:txBody>
      </p:sp>
      <p:pic>
        <p:nvPicPr>
          <p:cNvPr id="5" name="Content Placeholder 4">
            <a:extLst>
              <a:ext uri="{FF2B5EF4-FFF2-40B4-BE49-F238E27FC236}">
                <a16:creationId xmlns:a16="http://schemas.microsoft.com/office/drawing/2014/main" id="{99185CB1-1D1D-8AFD-40DC-F295F16C7D5F}"/>
              </a:ext>
            </a:extLst>
          </p:cNvPr>
          <p:cNvPicPr>
            <a:picLocks noGrp="1" noChangeAspect="1"/>
          </p:cNvPicPr>
          <p:nvPr>
            <p:ph idx="1"/>
          </p:nvPr>
        </p:nvPicPr>
        <p:blipFill>
          <a:blip r:embed="rId2"/>
          <a:stretch>
            <a:fillRect/>
          </a:stretch>
        </p:blipFill>
        <p:spPr>
          <a:xfrm>
            <a:off x="753533" y="1109300"/>
            <a:ext cx="10515600" cy="3040788"/>
          </a:xfrm>
        </p:spPr>
      </p:pic>
      <p:pic>
        <p:nvPicPr>
          <p:cNvPr id="7" name="Picture 6">
            <a:extLst>
              <a:ext uri="{FF2B5EF4-FFF2-40B4-BE49-F238E27FC236}">
                <a16:creationId xmlns:a16="http://schemas.microsoft.com/office/drawing/2014/main" id="{5B530BAD-633E-26E6-01FA-BC360DF3CF7E}"/>
              </a:ext>
            </a:extLst>
          </p:cNvPr>
          <p:cNvPicPr>
            <a:picLocks noChangeAspect="1"/>
          </p:cNvPicPr>
          <p:nvPr/>
        </p:nvPicPr>
        <p:blipFill>
          <a:blip r:embed="rId3"/>
          <a:stretch>
            <a:fillRect/>
          </a:stretch>
        </p:blipFill>
        <p:spPr>
          <a:xfrm>
            <a:off x="2743200" y="4368025"/>
            <a:ext cx="5122333" cy="2267569"/>
          </a:xfrm>
          <a:prstGeom prst="rect">
            <a:avLst/>
          </a:prstGeom>
        </p:spPr>
      </p:pic>
    </p:spTree>
    <p:extLst>
      <p:ext uri="{BB962C8B-B14F-4D97-AF65-F5344CB8AC3E}">
        <p14:creationId xmlns:p14="http://schemas.microsoft.com/office/powerpoint/2010/main" val="3989651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8D049-6644-22E6-130E-B96B7FE53791}"/>
              </a:ext>
            </a:extLst>
          </p:cNvPr>
          <p:cNvSpPr>
            <a:spLocks noGrp="1"/>
          </p:cNvSpPr>
          <p:nvPr>
            <p:ph type="title"/>
          </p:nvPr>
        </p:nvSpPr>
        <p:spPr/>
        <p:txBody>
          <a:bodyPr/>
          <a:lstStyle/>
          <a:p>
            <a:r>
              <a:rPr lang="en-US" dirty="0"/>
              <a:t>step3</a:t>
            </a:r>
          </a:p>
        </p:txBody>
      </p:sp>
      <p:sp>
        <p:nvSpPr>
          <p:cNvPr id="3" name="Content Placeholder 2">
            <a:extLst>
              <a:ext uri="{FF2B5EF4-FFF2-40B4-BE49-F238E27FC236}">
                <a16:creationId xmlns:a16="http://schemas.microsoft.com/office/drawing/2014/main" id="{4B5F2BC8-4DF9-3FB8-4A3F-E9DEC38C5547}"/>
              </a:ext>
            </a:extLst>
          </p:cNvPr>
          <p:cNvSpPr>
            <a:spLocks noGrp="1"/>
          </p:cNvSpPr>
          <p:nvPr>
            <p:ph idx="1"/>
          </p:nvPr>
        </p:nvSpPr>
        <p:spPr/>
        <p:txBody>
          <a:bodyPr>
            <a:normAutofit/>
          </a:bodyPr>
          <a:lstStyle/>
          <a:p>
            <a:r>
              <a:rPr lang="en-US" dirty="0"/>
              <a:t>Go to the notebook and  check for execution of following code</a:t>
            </a:r>
          </a:p>
          <a:p>
            <a:pPr lvl="1"/>
            <a:r>
              <a:rPr lang="en-US" b="0" dirty="0">
                <a:solidFill>
                  <a:srgbClr val="CCCCCC"/>
                </a:solidFill>
                <a:effectLst/>
                <a:latin typeface="Consolas" panose="020B0609020204030204" pitchFamily="49" charset="0"/>
              </a:rPr>
              <a:t>display(dbutils.fs.ls(</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FileStore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lvl="1"/>
            <a:r>
              <a:rPr lang="en-US" b="0" dirty="0">
                <a:solidFill>
                  <a:srgbClr val="6A9955"/>
                </a:solidFill>
                <a:effectLst/>
                <a:latin typeface="Consolas" panose="020B0609020204030204" pitchFamily="49" charset="0"/>
              </a:rPr>
              <a:t>display(spark.read.csv('</a:t>
            </a:r>
            <a:r>
              <a:rPr lang="en-US" b="0" dirty="0" err="1">
                <a:solidFill>
                  <a:srgbClr val="6A9955"/>
                </a:solidFill>
                <a:effectLst/>
                <a:latin typeface="Consolas" panose="020B0609020204030204" pitchFamily="49" charset="0"/>
              </a:rPr>
              <a:t>dbfs</a:t>
            </a:r>
            <a:r>
              <a:rPr lang="en-US" b="0" dirty="0">
                <a:solidFill>
                  <a:srgbClr val="6A9955"/>
                </a:solidFill>
                <a:effectLst/>
                <a:latin typeface="Consolas" panose="020B0609020204030204" pitchFamily="49" charset="0"/>
              </a:rPr>
              <a:t>:/</a:t>
            </a:r>
            <a:r>
              <a:rPr lang="en-US" b="0" dirty="0" err="1">
                <a:solidFill>
                  <a:srgbClr val="6A9955"/>
                </a:solidFill>
                <a:effectLst/>
                <a:latin typeface="Consolas" panose="020B0609020204030204" pitchFamily="49" charset="0"/>
              </a:rPr>
              <a:t>FileStore</a:t>
            </a:r>
            <a:r>
              <a:rPr lang="en-US" b="0" dirty="0">
                <a:solidFill>
                  <a:srgbClr val="6A9955"/>
                </a:solidFill>
                <a:effectLst/>
                <a:latin typeface="Consolas" panose="020B0609020204030204" pitchFamily="49" charset="0"/>
              </a:rPr>
              <a:t>/circuits.csv'))</a:t>
            </a:r>
            <a:endParaRPr lang="en-US" b="0" dirty="0">
              <a:solidFill>
                <a:srgbClr val="CCCCCC"/>
              </a:solidFill>
              <a:effectLst/>
              <a:latin typeface="Consolas" panose="020B0609020204030204" pitchFamily="49" charset="0"/>
            </a:endParaRPr>
          </a:p>
          <a:p>
            <a:pPr lvl="1"/>
            <a:r>
              <a:rPr lang="en-US" b="0" dirty="0">
                <a:solidFill>
                  <a:srgbClr val="CCCCCC"/>
                </a:solidFill>
                <a:effectLst/>
                <a:latin typeface="Consolas" panose="020B0609020204030204" pitchFamily="49" charset="0"/>
              </a:rPr>
              <a:t>display(spark.read.csv(</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FileStore</a:t>
            </a:r>
            <a:r>
              <a:rPr lang="en-US" b="0" dirty="0">
                <a:solidFill>
                  <a:srgbClr val="CE9178"/>
                </a:solidFill>
                <a:effectLst/>
                <a:latin typeface="Consolas" panose="020B0609020204030204" pitchFamily="49" charset="0"/>
              </a:rPr>
              <a:t>/circuits.csv’</a:t>
            </a:r>
            <a:r>
              <a:rPr lang="en-US" b="0" dirty="0">
                <a:solidFill>
                  <a:srgbClr val="CCCCCC"/>
                </a:solidFill>
                <a:effectLst/>
                <a:latin typeface="Consolas" panose="020B0609020204030204" pitchFamily="49" charset="0"/>
              </a:rPr>
              <a:t>))</a:t>
            </a:r>
          </a:p>
          <a:p>
            <a:endParaRPr lang="en-US" dirty="0"/>
          </a:p>
          <a:p>
            <a:r>
              <a:rPr lang="en-US" dirty="0"/>
              <a:t>Drawback:</a:t>
            </a:r>
          </a:p>
          <a:p>
            <a:pPr lvl="1"/>
            <a:r>
              <a:rPr lang="en-US" dirty="0"/>
              <a:t>This folder is available for all who are having access to this workspace. And customer data can not be kept here.</a:t>
            </a:r>
          </a:p>
          <a:p>
            <a:pPr lvl="1"/>
            <a:r>
              <a:rPr lang="en-US" dirty="0"/>
              <a:t>This folder and storage will be dropped when we delete the workspace.</a:t>
            </a:r>
          </a:p>
          <a:p>
            <a:pPr lvl="1"/>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441493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48A26-01A3-6595-F3F0-D8B8208A9367}"/>
              </a:ext>
            </a:extLst>
          </p:cNvPr>
          <p:cNvSpPr>
            <a:spLocks noGrp="1"/>
          </p:cNvSpPr>
          <p:nvPr>
            <p:ph type="title"/>
          </p:nvPr>
        </p:nvSpPr>
        <p:spPr/>
        <p:txBody>
          <a:bodyPr/>
          <a:lstStyle/>
          <a:p>
            <a:r>
              <a:rPr lang="en-US" dirty="0"/>
              <a:t>Solution for drawback-Mount</a:t>
            </a:r>
          </a:p>
        </p:txBody>
      </p:sp>
      <p:sp>
        <p:nvSpPr>
          <p:cNvPr id="3" name="Content Placeholder 2">
            <a:extLst>
              <a:ext uri="{FF2B5EF4-FFF2-40B4-BE49-F238E27FC236}">
                <a16:creationId xmlns:a16="http://schemas.microsoft.com/office/drawing/2014/main" id="{A717D3BA-B112-47B7-A276-02A917C3B818}"/>
              </a:ext>
            </a:extLst>
          </p:cNvPr>
          <p:cNvSpPr>
            <a:spLocks noGrp="1"/>
          </p:cNvSpPr>
          <p:nvPr>
            <p:ph idx="1"/>
          </p:nvPr>
        </p:nvSpPr>
        <p:spPr/>
        <p:txBody>
          <a:bodyPr>
            <a:normAutofit fontScale="92500"/>
          </a:bodyPr>
          <a:lstStyle/>
          <a:p>
            <a:r>
              <a:rPr lang="en-US" dirty="0"/>
              <a:t>Customer data can be stored in lake gen2. Even after deletion of the workspace customer data can be kept untouched.</a:t>
            </a:r>
          </a:p>
          <a:p>
            <a:r>
              <a:rPr lang="en-US" dirty="0"/>
              <a:t>To deal with this we can connect to lake gen2 using ABFS protocol which we done in previous section. But this is tedious in case of URLs and need credentials to authenticate to storage acct before accessing the data.</a:t>
            </a:r>
          </a:p>
          <a:p>
            <a:r>
              <a:rPr lang="en-US" dirty="0"/>
              <a:t>To make better </a:t>
            </a:r>
            <a:r>
              <a:rPr lang="en-US" dirty="0" err="1"/>
              <a:t>databricks</a:t>
            </a:r>
            <a:r>
              <a:rPr lang="en-US" dirty="0"/>
              <a:t> allows us to mount these storage account to DBFS. We specify the credential when it is mounted and once it is mounted everyone has access to the workspace without providing credentials.</a:t>
            </a:r>
          </a:p>
          <a:p>
            <a:r>
              <a:rPr lang="en-US" dirty="0" err="1"/>
              <a:t>Acces</a:t>
            </a:r>
            <a:r>
              <a:rPr lang="en-US" dirty="0"/>
              <a:t> file using file semantics rather than storage URL(e.g. </a:t>
            </a:r>
            <a:r>
              <a:rPr lang="en-US" dirty="0" err="1"/>
              <a:t>mnt</a:t>
            </a:r>
            <a:r>
              <a:rPr lang="en-US" dirty="0"/>
              <a:t>/folder)   </a:t>
            </a:r>
          </a:p>
          <a:p>
            <a:endParaRPr lang="en-US" dirty="0"/>
          </a:p>
        </p:txBody>
      </p:sp>
    </p:spTree>
    <p:extLst>
      <p:ext uri="{BB962C8B-B14F-4D97-AF65-F5344CB8AC3E}">
        <p14:creationId xmlns:p14="http://schemas.microsoft.com/office/powerpoint/2010/main" val="3937530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BD348-8BE4-FA4D-4BEB-CA8E2853BCDE}"/>
              </a:ext>
            </a:extLst>
          </p:cNvPr>
          <p:cNvSpPr>
            <a:spLocks noGrp="1"/>
          </p:cNvSpPr>
          <p:nvPr>
            <p:ph type="title"/>
          </p:nvPr>
        </p:nvSpPr>
        <p:spPr/>
        <p:txBody>
          <a:bodyPr/>
          <a:lstStyle/>
          <a:p>
            <a:r>
              <a:rPr lang="en-US" dirty="0"/>
              <a:t>Databricks mounts</a:t>
            </a:r>
          </a:p>
        </p:txBody>
      </p:sp>
      <p:graphicFrame>
        <p:nvGraphicFramePr>
          <p:cNvPr id="4" name="Content Placeholder 3">
            <a:extLst>
              <a:ext uri="{FF2B5EF4-FFF2-40B4-BE49-F238E27FC236}">
                <a16:creationId xmlns:a16="http://schemas.microsoft.com/office/drawing/2014/main" id="{523B8F03-FAB6-8C54-4E2B-3AE986AEA0B2}"/>
              </a:ext>
            </a:extLst>
          </p:cNvPr>
          <p:cNvGraphicFramePr>
            <a:graphicFrameLocks noGrp="1"/>
          </p:cNvGraphicFramePr>
          <p:nvPr>
            <p:ph idx="1"/>
            <p:extLst>
              <p:ext uri="{D42A27DB-BD31-4B8C-83A1-F6EECF244321}">
                <p14:modId xmlns:p14="http://schemas.microsoft.com/office/powerpoint/2010/main" val="339147955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Curved Right 4">
            <a:extLst>
              <a:ext uri="{FF2B5EF4-FFF2-40B4-BE49-F238E27FC236}">
                <a16:creationId xmlns:a16="http://schemas.microsoft.com/office/drawing/2014/main" id="{1B41D1CB-0337-975D-43A6-258A02FC51AE}"/>
              </a:ext>
            </a:extLst>
          </p:cNvPr>
          <p:cNvSpPr/>
          <p:nvPr/>
        </p:nvSpPr>
        <p:spPr>
          <a:xfrm>
            <a:off x="4445000" y="4368799"/>
            <a:ext cx="838200" cy="148166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urved Up 5">
            <a:extLst>
              <a:ext uri="{FF2B5EF4-FFF2-40B4-BE49-F238E27FC236}">
                <a16:creationId xmlns:a16="http://schemas.microsoft.com/office/drawing/2014/main" id="{8E617719-EF88-93DA-EDEB-4A1368BBA7C6}"/>
              </a:ext>
            </a:extLst>
          </p:cNvPr>
          <p:cNvSpPr/>
          <p:nvPr/>
        </p:nvSpPr>
        <p:spPr>
          <a:xfrm rot="16200000">
            <a:off x="6705599" y="3420534"/>
            <a:ext cx="1286933" cy="999066"/>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52C8F11B-30D7-BF63-B8D7-22EAC4EB05FE}"/>
              </a:ext>
            </a:extLst>
          </p:cNvPr>
          <p:cNvSpPr txBox="1"/>
          <p:nvPr/>
        </p:nvSpPr>
        <p:spPr>
          <a:xfrm>
            <a:off x="8085667" y="3776133"/>
            <a:ext cx="3081866" cy="369332"/>
          </a:xfrm>
          <a:prstGeom prst="rect">
            <a:avLst/>
          </a:prstGeom>
          <a:noFill/>
        </p:spPr>
        <p:txBody>
          <a:bodyPr wrap="square" rtlCol="0">
            <a:spAutoFit/>
          </a:bodyPr>
          <a:lstStyle/>
          <a:p>
            <a:r>
              <a:rPr lang="en-US" dirty="0"/>
              <a:t>Create mount using credentials   </a:t>
            </a:r>
          </a:p>
        </p:txBody>
      </p:sp>
      <p:sp>
        <p:nvSpPr>
          <p:cNvPr id="8" name="TextBox 7">
            <a:extLst>
              <a:ext uri="{FF2B5EF4-FFF2-40B4-BE49-F238E27FC236}">
                <a16:creationId xmlns:a16="http://schemas.microsoft.com/office/drawing/2014/main" id="{9B61C169-DB77-7CD4-C9E7-BACEAE92243A}"/>
              </a:ext>
            </a:extLst>
          </p:cNvPr>
          <p:cNvSpPr txBox="1"/>
          <p:nvPr/>
        </p:nvSpPr>
        <p:spPr>
          <a:xfrm>
            <a:off x="1562102" y="4740300"/>
            <a:ext cx="2633132" cy="369332"/>
          </a:xfrm>
          <a:prstGeom prst="rect">
            <a:avLst/>
          </a:prstGeom>
          <a:noFill/>
        </p:spPr>
        <p:txBody>
          <a:bodyPr wrap="square" rtlCol="0">
            <a:spAutoFit/>
          </a:bodyPr>
          <a:lstStyle/>
          <a:p>
            <a:r>
              <a:rPr lang="en-US" dirty="0"/>
              <a:t>Provide required access</a:t>
            </a:r>
          </a:p>
        </p:txBody>
      </p:sp>
    </p:spTree>
    <p:extLst>
      <p:ext uri="{BB962C8B-B14F-4D97-AF65-F5344CB8AC3E}">
        <p14:creationId xmlns:p14="http://schemas.microsoft.com/office/powerpoint/2010/main" val="3493560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BCD67-9E17-75DA-6490-D49304AA0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C4404E-C804-1269-EE9D-E85AB4259C3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634356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C755-26AD-78EB-AFE1-965794AFB2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681FED-93D2-467E-CE75-1E55F771A2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4355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3FAF-0828-4C87-0FB3-0BD288E81A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1B6F87-EF9B-DFCC-8CDE-15A8D854544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11526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297F8-0241-EBF1-EB67-D4ED5DABF3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23098E-D351-1774-EB30-EEB786283B6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00661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F895-336B-CD20-ED67-2464409683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C84677-A752-C3F1-C2DD-B66704D4CB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7727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9A9A-5785-21C8-4FA5-CCB689F30F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2CB6E1-A861-D1FB-653B-D6242D62EF1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91210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1459</TotalTime>
  <Words>425</Words>
  <Application>Microsoft Office PowerPoint</Application>
  <PresentationFormat>Widescreen</PresentationFormat>
  <Paragraphs>50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Consolas</vt:lpstr>
      <vt:lpstr>Office Theme</vt:lpstr>
      <vt:lpstr>DBFS</vt:lpstr>
      <vt:lpstr>DBFS</vt:lpstr>
      <vt:lpstr>Root</vt:lpstr>
      <vt:lpstr>Databricks mount</vt:lpstr>
      <vt:lpstr>Connecting with DBFS</vt:lpstr>
      <vt:lpstr>Change the setting step1</vt:lpstr>
      <vt:lpstr>Step 2</vt:lpstr>
      <vt:lpstr>step3</vt:lpstr>
      <vt:lpstr>Solution for drawback-Mount</vt:lpstr>
      <vt:lpstr>Databricks mounts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Amrita Helwade</dc:creator>
  <cp:lastModifiedBy>Amrita Helwade</cp:lastModifiedBy>
  <cp:revision>9</cp:revision>
  <dcterms:created xsi:type="dcterms:W3CDTF">2024-08-30T17:15:26Z</dcterms:created>
  <dcterms:modified xsi:type="dcterms:W3CDTF">2024-09-25T23:51:39Z</dcterms:modified>
</cp:coreProperties>
</file>