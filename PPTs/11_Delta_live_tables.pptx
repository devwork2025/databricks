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9dafdb0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9dafdb0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9dafdb0c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9dafdb0c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9dafdb0c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9dafdb0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c79407fa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c79407fa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c79407fa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c79407fa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c79407fa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c79407fa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c79407fa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c79407fa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c79407fa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c79407fa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c79407fa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c79407fa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4fa6714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4fa6714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10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75775" y="185400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Delta Live Tables</a:t>
            </a:r>
            <a:endParaRPr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Arial"/>
                <a:ea typeface="Arial"/>
                <a:cs typeface="Arial"/>
                <a:sym typeface="Arial"/>
              </a:rPr>
              <a:t>Delta Live Tables (DLT) Origin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025" y="1438150"/>
            <a:ext cx="6035975" cy="24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075" y="1319900"/>
            <a:ext cx="515875" cy="28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741075" y="1319900"/>
            <a:ext cx="515875" cy="28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375" y="1378650"/>
            <a:ext cx="637550" cy="6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375" y="2405550"/>
            <a:ext cx="637550" cy="6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363" y="3432450"/>
            <a:ext cx="763575" cy="6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33100" y="1178975"/>
            <a:ext cx="475200" cy="5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8366500" y="1723550"/>
            <a:ext cx="608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BI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27650" y="2219825"/>
            <a:ext cx="608400" cy="5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8094600" y="2787500"/>
            <a:ext cx="104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27050" y="3312475"/>
            <a:ext cx="609600" cy="6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8256950" y="3851450"/>
            <a:ext cx="1103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Science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928225" y="3421950"/>
            <a:ext cx="1103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Bronze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159425" y="3504150"/>
            <a:ext cx="945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Silver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6378875" y="3492425"/>
            <a:ext cx="998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Gold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Arial"/>
                <a:ea typeface="Arial"/>
                <a:cs typeface="Arial"/>
                <a:sym typeface="Arial"/>
              </a:rPr>
              <a:t>Medallion/Lakehouse Architecture Tables</a:t>
            </a:r>
            <a:endParaRPr sz="2700"/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9050"/>
            <a:ext cx="9144000" cy="452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98250" y="16350"/>
            <a:ext cx="91440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Arial"/>
                <a:ea typeface="Arial"/>
                <a:cs typeface="Arial"/>
                <a:sym typeface="Arial"/>
              </a:rPr>
              <a:t>Considerations in Lakehouse Architecture</a:t>
            </a:r>
            <a:endParaRPr sz="2500"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9275"/>
            <a:ext cx="9144000" cy="44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Arial"/>
                <a:ea typeface="Arial"/>
                <a:cs typeface="Arial"/>
                <a:sym typeface="Arial"/>
              </a:rPr>
              <a:t>Declarative programming</a:t>
            </a:r>
            <a:endParaRPr sz="2500"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8839202" cy="1347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400" y="2729100"/>
            <a:ext cx="3348325" cy="23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000" y="2060050"/>
            <a:ext cx="2420450" cy="5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1550" y="2447275"/>
            <a:ext cx="2840450" cy="89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7"/>
          <p:cNvCxnSpPr/>
          <p:nvPr/>
        </p:nvCxnSpPr>
        <p:spPr>
          <a:xfrm>
            <a:off x="4640900" y="1754425"/>
            <a:ext cx="11700" cy="320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Arial"/>
                <a:ea typeface="Arial"/>
                <a:cs typeface="Arial"/>
                <a:sym typeface="Arial"/>
              </a:rPr>
              <a:t>Declarative ETL with DLT</a:t>
            </a:r>
            <a:endParaRPr sz="2500"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8839202" cy="1347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00" y="2271425"/>
            <a:ext cx="3173250" cy="81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1700" y="2271425"/>
            <a:ext cx="2445175" cy="4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3086400"/>
            <a:ext cx="5013378" cy="17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Arial"/>
                <a:ea typeface="Arial"/>
                <a:cs typeface="Arial"/>
                <a:sym typeface="Arial"/>
              </a:rPr>
              <a:t>Delta Live Tables (DLT)</a:t>
            </a:r>
            <a:endParaRPr sz="2500"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7600"/>
            <a:ext cx="8839202" cy="2306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rial"/>
                <a:ea typeface="Arial"/>
                <a:cs typeface="Arial"/>
                <a:sym typeface="Arial"/>
              </a:rPr>
              <a:t>Delta Live Table Execution</a:t>
            </a:r>
            <a:endParaRPr sz="2500"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1005750"/>
            <a:ext cx="7271624" cy="313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Expectations in DLT pipeline</a:t>
            </a:r>
            <a:endParaRPr sz="2400"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4050"/>
            <a:ext cx="9144000" cy="44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/>
          <p:nvPr/>
        </p:nvSpPr>
        <p:spPr>
          <a:xfrm>
            <a:off x="1867101" y="958800"/>
            <a:ext cx="4611767" cy="322589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lin ang="5400012" scaled="0"/>
                </a:gradFill>
                <a:latin typeface="Arial"/>
              </a:rPr>
              <a:t>Thank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lin ang="5400012" scaled="0"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lin ang="5400012" scaled="0"/>
                </a:gradFill>
                <a:latin typeface="Arial"/>
              </a:rPr>
              <a:t> You</a:t>
            </a: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