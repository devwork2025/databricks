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ec6d51f2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ec6d51f2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9dafdb0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9dafdb0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9dafdb0c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e9dafdb0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e9dafdb0c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e9dafdb0c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e9dafdb0c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e9dafdb0c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ec6f878e5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ec6f878e5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c6f878e5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ec6f878e5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c6f878e5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ec6f878e5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74fa6714d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74fa6714d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1106825" y="2018375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Silver Layer Transformation</a:t>
            </a:r>
            <a:endParaRPr u="sn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42725" y="3042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Transforming data in silver layer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1088250" y="3809475"/>
            <a:ext cx="13269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Bronze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50" y="1826650"/>
            <a:ext cx="5378325" cy="313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525" y="2024525"/>
            <a:ext cx="5008524" cy="268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5600" y="3417825"/>
            <a:ext cx="3199625" cy="142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5600" y="2255163"/>
            <a:ext cx="2868975" cy="63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706925" y="4243975"/>
            <a:ext cx="12447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Bronze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3584000" y="4243975"/>
            <a:ext cx="13269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Silver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Transforming raw </a:t>
            </a:r>
            <a:r>
              <a:rPr lang="en"/>
              <a:t>traffic dataset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Renaming Columns</a:t>
            </a:r>
            <a:endParaRPr sz="2800"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8750" y="724475"/>
            <a:ext cx="3209563" cy="421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925" y="724475"/>
            <a:ext cx="3001899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Arial"/>
                <a:ea typeface="Arial"/>
                <a:cs typeface="Arial"/>
                <a:sym typeface="Arial"/>
              </a:rPr>
              <a:t>Creating Electric_Vehicles_Count</a:t>
            </a:r>
            <a:endParaRPr sz="2500"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800" y="771450"/>
            <a:ext cx="3295868" cy="42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3693" y="771450"/>
            <a:ext cx="3753984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Arial"/>
                <a:ea typeface="Arial"/>
                <a:cs typeface="Arial"/>
                <a:sym typeface="Arial"/>
              </a:rPr>
              <a:t>Creating Motor_Vehicles_Count</a:t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1450"/>
            <a:ext cx="4102220" cy="42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9870" y="771450"/>
            <a:ext cx="3753984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01775"/>
            <a:ext cx="8839201" cy="812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Arial"/>
                <a:ea typeface="Arial"/>
                <a:cs typeface="Arial"/>
                <a:sym typeface="Arial"/>
              </a:rPr>
              <a:t>Creating Vehicle_Intensity</a:t>
            </a:r>
            <a:endParaRPr sz="2500"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1450"/>
            <a:ext cx="3898675" cy="42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6425" y="724475"/>
            <a:ext cx="3567718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1867101" y="958800"/>
            <a:ext cx="4611767" cy="322589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Thank</a:t>
            </a:r>
            <a:b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