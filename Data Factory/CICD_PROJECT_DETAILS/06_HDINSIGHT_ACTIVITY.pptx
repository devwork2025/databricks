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4150" y="2670675"/>
            <a:ext cx="6271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HDInsight_Activity</a:t>
            </a:r>
            <a:endParaRPr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4425"/>
            <a:ext cx="5345475" cy="3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/>
        </p:nvSpPr>
        <p:spPr>
          <a:xfrm>
            <a:off x="5345475" y="1274425"/>
            <a:ext cx="3739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Creating HDInsight Cluster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HDInsight UI Overview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Transformation Requirement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Hive Script Walk-through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Creating Pipeline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Delete HDInsight Cluster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96300" y="227825"/>
            <a:ext cx="7973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</a:rPr>
              <a:t>HDInsight Activity – Testing File</a:t>
            </a:r>
            <a:endParaRPr sz="20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694825" y="1696025"/>
            <a:ext cx="6647100" cy="248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63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en" sz="3700"/>
              <a:t>Creating HDInsight Cluster</a:t>
            </a:r>
            <a:endParaRPr sz="3700"/>
          </a:p>
          <a:p>
            <a:pPr indent="-463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en" sz="3800"/>
              <a:t>Testing Data</a:t>
            </a:r>
            <a:endParaRPr sz="3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