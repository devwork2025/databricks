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ee2ae8f6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ee2ae8f6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e2ae8f60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e2ae8f60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e2ae8f60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e2ae8f6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ee2ae8f6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ee2ae8f6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ee2ae8f6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ee2ae8f6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ee2ae8f60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ee2ae8f60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ee2ae8f60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ee2ae8f60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390075" y="2080200"/>
            <a:ext cx="4675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CICD_Data_Lake</a:t>
            </a:r>
            <a:endParaRPr b="1" sz="4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