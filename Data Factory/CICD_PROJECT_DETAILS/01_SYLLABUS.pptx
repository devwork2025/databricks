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51E94-7DC4-0201-85A5-61391E840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662DA-684D-B1C6-F5F3-A034D2595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1E4B9-0E50-A045-0A32-AB6D77819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D1DE9-B611-4368-9E91-DD5EF74A5DC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05052-042B-CFC6-0478-905B03C52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75570-92A2-114B-05D4-BE062E7C1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8E1D-724D-4A8E-AC2C-96D30B19B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61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48E76-E6E3-3D96-6480-E096270C4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33F7E-3166-8189-E317-E7EB692E7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B03B5-6130-F29B-7E05-70195526C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D1DE9-B611-4368-9E91-DD5EF74A5DC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492EF-BC49-8DF6-D46E-C400FC8B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65389-334E-400C-BA0E-54C222E0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8E1D-724D-4A8E-AC2C-96D30B19B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542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7FD02-8B34-AFB1-2CE8-8A8E07DF8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2B25B-9CF7-8915-5F3A-0D945702C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2F3BC-4AC6-D93B-33AB-9D65AE765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D1DE9-B611-4368-9E91-DD5EF74A5DC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44A15-D36B-1E4D-5C64-9274D9FA8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F1AB3-CB56-0BC7-D4CA-5B11E7DA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8E1D-724D-4A8E-AC2C-96D30B19B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14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4981-3812-FE6C-B19E-D4353EA96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0B01A-B488-ED9E-BBA9-4DB535EC5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D2A7C-D491-C59B-FA2E-E38D0EB7F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9D9A7-15CB-5FF2-ADC7-796C90D5F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D1DE9-B611-4368-9E91-DD5EF74A5DC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56B3A-73D5-2945-99F2-72B85CBA4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2942B-6EBA-20E7-BB87-B4D1B4B7A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8E1D-724D-4A8E-AC2C-96D30B19B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4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66B66-7B80-2C40-B9E4-072CD2C47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2FAC1-5A47-05EB-1D99-A81954B74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042F18-6889-3B8F-5B4A-F8660E309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1C6494-B65D-65C6-B6C7-A8BA75038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3496C2-6C88-452D-CB40-42DCCE60E4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FCF651-02BE-FDA9-F281-D21926EDC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D1DE9-B611-4368-9E91-DD5EF74A5DC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8DEB8C-6063-F5B9-C71C-AECB76D0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F0DC07-C346-E63A-9E9B-3FFE058F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8E1D-724D-4A8E-AC2C-96D30B19B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406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CCCD2-48E3-5C22-BA03-DDA387651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B0DA19-0C30-B7BE-5C1F-AFF819615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D1DE9-B611-4368-9E91-DD5EF74A5DC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28916F-9613-5C65-CF93-D05E683B0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B7543D-4923-5187-3EF5-44BC470FD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8E1D-724D-4A8E-AC2C-96D30B19B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30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5791D6-9556-73CE-5960-53FF0D58B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D1DE9-B611-4368-9E91-DD5EF74A5DC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B5B108-861C-A8A9-BA86-945BC8E44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6BA71-58D9-928E-366B-7B39DCB9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8E1D-724D-4A8E-AC2C-96D30B19B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2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699EC-2905-5972-5B40-CB045FBCF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9E54C-CADC-CE97-2283-2A395A8EE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CA8DC-915C-7F3B-5341-2E53F13D9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A2491-8095-7B55-324E-02DD23232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D1DE9-B611-4368-9E91-DD5EF74A5DC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AD7DE-011C-BC95-4BA5-23F74AF76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64C5C-FB2F-C34A-0A3A-02936B90E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8E1D-724D-4A8E-AC2C-96D30B19B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5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2FEB7-4E5F-CF15-6C46-1AB47C6B1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D79BBB-908F-3843-ED0C-28843BBB2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DCAAD-ED9A-5FD9-CF98-3BFD8B5FF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3E1F4-CC35-42B6-0F59-1CCD04A5A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D1DE9-B611-4368-9E91-DD5EF74A5DC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D6B97-CDD6-2A30-4AAE-04C90275F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2C066-1DAC-BF19-D1EA-85794C5B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8E1D-724D-4A8E-AC2C-96D30B19B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14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8969B-FF69-A770-F7E9-BE0CAEFD4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7165A-5CB3-0422-126C-714D27C92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E08C3-E403-17B1-7EC8-6A5F87D3E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D1DE9-B611-4368-9E91-DD5EF74A5DC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E4A0D-CCBE-4C28-232D-B12DF9D96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7C00E-16E1-FA3E-CCFD-E7261604A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8E1D-724D-4A8E-AC2C-96D30B19B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24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D0E2B2-FB56-CC00-63CE-1ED44905EC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94FD4E-8E7A-BB37-410C-52D2E3EF5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B95A6-02B5-648A-80C3-84556BF80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D1DE9-B611-4368-9E91-DD5EF74A5DC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50398-853A-7B14-EDA9-A61955A39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99315-3C51-A020-CDC5-09C5B6E4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C8E1D-724D-4A8E-AC2C-96D30B19B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640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219738-B4F8-1393-A5F3-C81A1038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3322F-23F4-2B4A-12E5-AB6F32864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48332-E92A-7C47-7913-33BB0CA5E8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D1DE9-B611-4368-9E91-DD5EF74A5DC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CF6EB-CB95-5098-FCA9-0233B0CB2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B0C37-B9CE-1616-78C3-8455636D8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C8E1D-724D-4A8E-AC2C-96D30B19B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46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99983-A561-CE2B-754F-5C0BDFD308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Azure Data Factory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2D189-375F-E471-F650-749FBB5D87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06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BA4A4-CF38-10F4-CBAA-A1D71AF49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B51C6-9192-936C-869A-07C2D74D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Cloud computing</a:t>
            </a:r>
          </a:p>
          <a:p>
            <a:r>
              <a:rPr lang="en-US" dirty="0"/>
              <a:t>ADF</a:t>
            </a:r>
          </a:p>
          <a:p>
            <a:r>
              <a:rPr lang="en-US" dirty="0"/>
              <a:t>Building blocks of ADF</a:t>
            </a:r>
          </a:p>
          <a:p>
            <a:r>
              <a:rPr lang="en-US" dirty="0"/>
              <a:t>Pipeline</a:t>
            </a:r>
          </a:p>
          <a:p>
            <a:r>
              <a:rPr lang="en-US" dirty="0"/>
              <a:t>Activities</a:t>
            </a:r>
          </a:p>
          <a:p>
            <a:r>
              <a:rPr lang="en-US" dirty="0"/>
              <a:t>Linked services</a:t>
            </a:r>
          </a:p>
          <a:p>
            <a:pPr lvl="1"/>
            <a:r>
              <a:rPr lang="en-US" dirty="0"/>
              <a:t>Datasets</a:t>
            </a:r>
          </a:p>
          <a:p>
            <a:pPr lvl="1"/>
            <a:r>
              <a:rPr lang="en-US" dirty="0"/>
              <a:t>Supported file formats</a:t>
            </a:r>
          </a:p>
          <a:p>
            <a:pPr lvl="1"/>
            <a:r>
              <a:rPr lang="en-US" dirty="0"/>
              <a:t>Triggers</a:t>
            </a:r>
          </a:p>
          <a:p>
            <a:pPr lvl="1"/>
            <a:r>
              <a:rPr lang="en-US" dirty="0"/>
              <a:t>Interaction between different components</a:t>
            </a:r>
          </a:p>
        </p:txBody>
      </p:sp>
    </p:spTree>
    <p:extLst>
      <p:ext uri="{BB962C8B-B14F-4D97-AF65-F5344CB8AC3E}">
        <p14:creationId xmlns:p14="http://schemas.microsoft.com/office/powerpoint/2010/main" val="1668880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3B9F8-2481-8E71-1FA5-095E394A5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E4EA7-33A5-9005-450D-8337237F0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Environmental Setup</a:t>
            </a:r>
          </a:p>
          <a:p>
            <a:pPr lvl="1"/>
            <a:r>
              <a:rPr lang="en-US" dirty="0"/>
              <a:t>Create Azure account</a:t>
            </a:r>
          </a:p>
          <a:p>
            <a:pPr lvl="1"/>
            <a:r>
              <a:rPr lang="en-US" dirty="0"/>
              <a:t>Azure Portal walkthrough</a:t>
            </a:r>
          </a:p>
          <a:p>
            <a:pPr lvl="1"/>
            <a:r>
              <a:rPr lang="en-US" dirty="0"/>
              <a:t>Create Storage account</a:t>
            </a:r>
          </a:p>
          <a:p>
            <a:pPr lvl="1"/>
            <a:r>
              <a:rPr lang="en-US" dirty="0"/>
              <a:t>Create Azure datalakeGen2 account</a:t>
            </a:r>
          </a:p>
          <a:p>
            <a:pPr lvl="1"/>
            <a:r>
              <a:rPr lang="en-US" dirty="0"/>
              <a:t>Create SQLDB</a:t>
            </a:r>
          </a:p>
          <a:p>
            <a:pPr lvl="1"/>
            <a:r>
              <a:rPr lang="en-US" dirty="0"/>
              <a:t>Create Azure Data factory </a:t>
            </a:r>
          </a:p>
          <a:p>
            <a:pPr lvl="1"/>
            <a:r>
              <a:rPr lang="en-US" dirty="0"/>
              <a:t>Create SQL Server VM</a:t>
            </a:r>
          </a:p>
        </p:txBody>
      </p:sp>
    </p:spTree>
    <p:extLst>
      <p:ext uri="{BB962C8B-B14F-4D97-AF65-F5344CB8AC3E}">
        <p14:creationId xmlns:p14="http://schemas.microsoft.com/office/powerpoint/2010/main" val="1832481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DD179-7922-CB2E-E7DD-22EE53D3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Part-3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DB7F5-8C72-637A-6AB3-75932C521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Parameters and variables</a:t>
            </a:r>
          </a:p>
          <a:p>
            <a:pPr lvl="1"/>
            <a:r>
              <a:rPr lang="en-US" dirty="0"/>
              <a:t>Parameterized components</a:t>
            </a:r>
          </a:p>
          <a:p>
            <a:pPr lvl="1"/>
            <a:r>
              <a:rPr lang="en-US" dirty="0"/>
              <a:t>Variable in ADF</a:t>
            </a:r>
          </a:p>
          <a:p>
            <a:pPr lvl="1"/>
            <a:r>
              <a:rPr lang="en-US" dirty="0"/>
              <a:t>System Variables</a:t>
            </a:r>
          </a:p>
          <a:p>
            <a:pPr lvl="1"/>
            <a:r>
              <a:rPr lang="en-US" dirty="0"/>
              <a:t>Set variables</a:t>
            </a:r>
          </a:p>
          <a:p>
            <a:r>
              <a:rPr lang="en-US" dirty="0"/>
              <a:t>Copy data activity</a:t>
            </a:r>
          </a:p>
          <a:p>
            <a:pPr lvl="1"/>
            <a:r>
              <a:rPr lang="en-US" dirty="0"/>
              <a:t>Copy data from blob to ADLS</a:t>
            </a:r>
          </a:p>
          <a:p>
            <a:pPr lvl="1"/>
            <a:r>
              <a:rPr lang="en-US" dirty="0"/>
              <a:t>Copy data from Azure SQL tables</a:t>
            </a:r>
          </a:p>
          <a:p>
            <a:pPr lvl="1"/>
            <a:r>
              <a:rPr lang="en-US" dirty="0"/>
              <a:t>Copy data from On </a:t>
            </a:r>
            <a:r>
              <a:rPr lang="en-US" dirty="0" err="1"/>
              <a:t>PremiseDB</a:t>
            </a:r>
            <a:r>
              <a:rPr lang="en-US" dirty="0"/>
              <a:t> (setting up self hosted IR)</a:t>
            </a:r>
          </a:p>
          <a:p>
            <a:pPr lvl="1"/>
            <a:r>
              <a:rPr lang="en-US" dirty="0"/>
              <a:t>Copy data from rest API</a:t>
            </a:r>
          </a:p>
        </p:txBody>
      </p:sp>
    </p:spTree>
    <p:extLst>
      <p:ext uri="{BB962C8B-B14F-4D97-AF65-F5344CB8AC3E}">
        <p14:creationId xmlns:p14="http://schemas.microsoft.com/office/powerpoint/2010/main" val="419828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AD819-5EE2-396F-BDB9-98FF13932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27D44-6693-4D8F-65FA-21465271F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Control Flow Activities</a:t>
            </a:r>
          </a:p>
          <a:p>
            <a:pPr lvl="1"/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Filter </a:t>
            </a:r>
          </a:p>
          <a:p>
            <a:pPr lvl="1"/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 each</a:t>
            </a:r>
          </a:p>
          <a:p>
            <a:pPr lvl="1"/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Lookup</a:t>
            </a:r>
          </a:p>
          <a:p>
            <a:pPr lvl="1"/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Copy Multiple files in bulk using lookup table</a:t>
            </a:r>
          </a:p>
          <a:p>
            <a:pPr lvl="1"/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Get metadata</a:t>
            </a:r>
          </a:p>
          <a:p>
            <a:pPr lvl="1"/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Copy Multiple files modified in last one day</a:t>
            </a:r>
          </a:p>
          <a:p>
            <a:pPr lvl="1"/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If condition, wait, switch, validation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Other Important Pipeline activities:</a:t>
            </a:r>
          </a:p>
          <a:p>
            <a:pPr lvl="1"/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Store procedure</a:t>
            </a:r>
          </a:p>
          <a:p>
            <a:pPr lvl="1"/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Save pipeline run details in SQL tables for audit</a:t>
            </a:r>
          </a:p>
          <a:p>
            <a:pPr lvl="1"/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Delete</a:t>
            </a:r>
          </a:p>
          <a:p>
            <a:pPr lvl="1"/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Fail activity</a:t>
            </a:r>
          </a:p>
          <a:p>
            <a:pPr lvl="1"/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Execute pipeline </a:t>
            </a:r>
          </a:p>
          <a:p>
            <a:pPr lvl="1"/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Dataflow activity</a:t>
            </a:r>
          </a:p>
        </p:txBody>
      </p:sp>
    </p:spTree>
    <p:extLst>
      <p:ext uri="{BB962C8B-B14F-4D97-AF65-F5344CB8AC3E}">
        <p14:creationId xmlns:p14="http://schemas.microsoft.com/office/powerpoint/2010/main" val="1121156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EE658-EA99-F936-4877-BCE786359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5 Mapping </a:t>
            </a:r>
            <a:r>
              <a:rPr lang="en-US" dirty="0" err="1"/>
              <a:t>DataFlows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3DA40-BDE6-6972-132D-AEA22CF74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r>
              <a:rPr lang="en-US" dirty="0"/>
              <a:t>Mapping Data Flows Introduction</a:t>
            </a:r>
          </a:p>
          <a:p>
            <a:r>
              <a:rPr lang="en-US" dirty="0"/>
              <a:t>Source + validate schema + schema Drift</a:t>
            </a:r>
          </a:p>
          <a:p>
            <a:r>
              <a:rPr lang="en-US" dirty="0"/>
              <a:t>Sink + Error row handling</a:t>
            </a:r>
          </a:p>
          <a:p>
            <a:r>
              <a:rPr lang="en-US" dirty="0"/>
              <a:t>Select</a:t>
            </a:r>
          </a:p>
          <a:p>
            <a:r>
              <a:rPr lang="en-US" dirty="0"/>
              <a:t>Filter</a:t>
            </a:r>
          </a:p>
          <a:p>
            <a:r>
              <a:rPr lang="en-US" dirty="0"/>
              <a:t>Conditional split</a:t>
            </a:r>
          </a:p>
          <a:p>
            <a:r>
              <a:rPr lang="en-US" dirty="0"/>
              <a:t>Union</a:t>
            </a:r>
          </a:p>
          <a:p>
            <a:r>
              <a:rPr lang="en-US" dirty="0"/>
              <a:t>Exist</a:t>
            </a:r>
          </a:p>
          <a:p>
            <a:r>
              <a:rPr lang="en-US" dirty="0"/>
              <a:t>Sort</a:t>
            </a:r>
          </a:p>
          <a:p>
            <a:r>
              <a:rPr lang="en-US" dirty="0"/>
              <a:t>Rank transformation </a:t>
            </a:r>
          </a:p>
          <a:p>
            <a:r>
              <a:rPr lang="en-US" dirty="0" err="1"/>
              <a:t>Aggregte</a:t>
            </a:r>
            <a:endParaRPr lang="en-US" dirty="0"/>
          </a:p>
          <a:p>
            <a:r>
              <a:rPr lang="en-US" dirty="0"/>
              <a:t>Join</a:t>
            </a:r>
          </a:p>
          <a:p>
            <a:r>
              <a:rPr lang="en-US" dirty="0"/>
              <a:t>Pivot</a:t>
            </a:r>
          </a:p>
          <a:p>
            <a:r>
              <a:rPr lang="en-US" dirty="0"/>
              <a:t>Lookup</a:t>
            </a:r>
          </a:p>
          <a:p>
            <a:r>
              <a:rPr lang="en-US" dirty="0"/>
              <a:t>Derived column</a:t>
            </a:r>
          </a:p>
          <a:p>
            <a:r>
              <a:rPr lang="en-US" dirty="0"/>
              <a:t>New branch</a:t>
            </a:r>
          </a:p>
          <a:p>
            <a:r>
              <a:rPr lang="en-US" dirty="0"/>
              <a:t>Surrogate key</a:t>
            </a:r>
          </a:p>
          <a:p>
            <a:r>
              <a:rPr lang="en-US" dirty="0"/>
              <a:t>Flatten</a:t>
            </a:r>
          </a:p>
          <a:p>
            <a:r>
              <a:rPr lang="en-US" dirty="0"/>
              <a:t>Alter row</a:t>
            </a:r>
          </a:p>
          <a:p>
            <a:r>
              <a:rPr lang="en-US" dirty="0"/>
              <a:t>Assert</a:t>
            </a:r>
          </a:p>
        </p:txBody>
      </p:sp>
    </p:spTree>
    <p:extLst>
      <p:ext uri="{BB962C8B-B14F-4D97-AF65-F5344CB8AC3E}">
        <p14:creationId xmlns:p14="http://schemas.microsoft.com/office/powerpoint/2010/main" val="483307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43CC3-1B63-C08C-DC12-F56905BF5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6 Advance concept and triggers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1538E-003F-8483-26E3-7859605C9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Expression Language</a:t>
            </a:r>
          </a:p>
          <a:p>
            <a:r>
              <a:rPr lang="en-US" dirty="0"/>
              <a:t>Dynamic queries</a:t>
            </a:r>
          </a:p>
          <a:p>
            <a:endParaRPr lang="en-US" dirty="0"/>
          </a:p>
          <a:p>
            <a:r>
              <a:rPr lang="en-US" dirty="0"/>
              <a:t>What is trigger</a:t>
            </a:r>
          </a:p>
          <a:p>
            <a:r>
              <a:rPr lang="en-US" dirty="0"/>
              <a:t>Types of ADF triggers</a:t>
            </a:r>
          </a:p>
          <a:p>
            <a:r>
              <a:rPr lang="en-US" dirty="0"/>
              <a:t>Schedule Triggers</a:t>
            </a:r>
          </a:p>
          <a:p>
            <a:r>
              <a:rPr lang="en-US" dirty="0"/>
              <a:t>Event based Triggers</a:t>
            </a:r>
          </a:p>
          <a:p>
            <a:r>
              <a:rPr lang="en-US" dirty="0"/>
              <a:t>Tumbling window triggers</a:t>
            </a:r>
          </a:p>
        </p:txBody>
      </p:sp>
    </p:spTree>
    <p:extLst>
      <p:ext uri="{BB962C8B-B14F-4D97-AF65-F5344CB8AC3E}">
        <p14:creationId xmlns:p14="http://schemas.microsoft.com/office/powerpoint/2010/main" val="1141787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78F20-E230-017C-63AE-A65B884FD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7- Monitoring and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7192D-C4A5-7946-167A-4D04AE215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Monitoring Capabilities </a:t>
            </a:r>
          </a:p>
          <a:p>
            <a:r>
              <a:rPr lang="en-US" dirty="0"/>
              <a:t>Use Case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925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231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Azure Data Factory</vt:lpstr>
      <vt:lpstr>Part-1</vt:lpstr>
      <vt:lpstr>Part-2</vt:lpstr>
      <vt:lpstr>Part-3 </vt:lpstr>
      <vt:lpstr>Part 4</vt:lpstr>
      <vt:lpstr>Part 5 Mapping DataFlows </vt:lpstr>
      <vt:lpstr>Part 6 Advance concept and triggers</vt:lpstr>
      <vt:lpstr>Part 7- Monitoring and use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Amrita Helwade</dc:creator>
  <cp:lastModifiedBy>Amrita Helwade</cp:lastModifiedBy>
  <cp:revision>2</cp:revision>
  <dcterms:created xsi:type="dcterms:W3CDTF">2024-10-28T13:56:01Z</dcterms:created>
  <dcterms:modified xsi:type="dcterms:W3CDTF">2024-10-28T14:29:58Z</dcterms:modified>
</cp:coreProperties>
</file>