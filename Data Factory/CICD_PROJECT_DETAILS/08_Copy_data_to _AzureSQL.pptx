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Copy Data to Azure SQL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2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/>
        </p:nvSpPr>
        <p:spPr>
          <a:xfrm>
            <a:off x="1059225" y="1308175"/>
            <a:ext cx="75273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Copy Activity – Data Lake to SQL</a:t>
            </a:r>
            <a:endParaRPr b="1" sz="3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70C0"/>
                </a:solidFill>
                <a:latin typeface="Maven Pro"/>
                <a:ea typeface="Maven Pro"/>
                <a:cs typeface="Maven Pro"/>
                <a:sym typeface="Maven Pro"/>
              </a:rPr>
              <a:t>Cases and Deaths Data</a:t>
            </a:r>
            <a:endParaRPr b="1" sz="2400">
              <a:solidFill>
                <a:srgbClr val="0070C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/>
          <p:nvPr/>
        </p:nvSpPr>
        <p:spPr>
          <a:xfrm>
            <a:off x="1033400" y="1268250"/>
            <a:ext cx="7318200" cy="23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Copy Activity – Data Lake to SQL</a:t>
            </a:r>
            <a:endParaRPr b="1" sz="4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70C0"/>
                </a:solidFill>
              </a:rPr>
              <a:t>Hospital Admissions Daily Data</a:t>
            </a:r>
            <a:endParaRPr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 txBox="1"/>
          <p:nvPr/>
        </p:nvSpPr>
        <p:spPr>
          <a:xfrm>
            <a:off x="800875" y="1683975"/>
            <a:ext cx="64821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800875" y="1244025"/>
            <a:ext cx="72831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Copy Activity – Data Lake to SQL</a:t>
            </a:r>
            <a:endParaRPr b="1" sz="36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70C0"/>
                </a:solidFill>
              </a:rPr>
              <a:t>Testing Data</a:t>
            </a:r>
            <a:endParaRPr sz="2400">
              <a:solidFill>
                <a:srgbClr val="0070C0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