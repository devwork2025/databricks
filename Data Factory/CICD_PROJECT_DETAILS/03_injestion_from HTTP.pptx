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Nunito"/>
      <p:regular r:id="rId22"/>
      <p:bold r:id="rId23"/>
      <p:italic r:id="rId24"/>
      <p:boldItalic r:id="rId25"/>
    </p:embeddedFont>
    <p:embeddedFont>
      <p:font typeface="Maven Pro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Nunito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regular.fntdata"/><Relationship Id="rId25" Type="http://schemas.openxmlformats.org/officeDocument/2006/relationships/font" Target="fonts/Nunito-boldItalic.fntdata"/><Relationship Id="rId27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c700923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c700923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c700923c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ec700923c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c700923ca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ec700923c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ec700923c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ec700923c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c700923c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ec700923c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7877a5e36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7877a5e36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7877a5e36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7877a5e36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7877a5e36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7877a5e36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7877a5e36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7877a5e36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7877a5e36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7877a5e36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7877a5e36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7877a5e36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6811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Data Ingestion (ECDC Data)</a:t>
            </a:r>
            <a:endParaRPr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From HTTP </a:t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75" y="1543050"/>
            <a:ext cx="5445226" cy="33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5"/>
          <p:cNvSpPr txBox="1"/>
          <p:nvPr/>
        </p:nvSpPr>
        <p:spPr>
          <a:xfrm>
            <a:off x="5621100" y="1051050"/>
            <a:ext cx="3522900" cy="3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ECDC Data Overview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Create Initial Pipeline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Pipeline Variables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Pipeline Parameters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685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Lookup Activity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For Each Activity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Linked Service Parameters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Metadata driven pipeline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425100" y="274800"/>
            <a:ext cx="56016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Ingestion- ECDC Data</a:t>
            </a:r>
            <a:endParaRPr sz="2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Recent Changes to ECDC  Data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575" y="140675"/>
            <a:ext cx="7245524" cy="312862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7"/>
          <p:cNvSpPr txBox="1"/>
          <p:nvPr/>
        </p:nvSpPr>
        <p:spPr>
          <a:xfrm>
            <a:off x="1059225" y="3339750"/>
            <a:ext cx="6747900" cy="15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Granularity of the data changed from daily to weekly</a:t>
            </a:r>
            <a:endParaRPr sz="18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File structure is also different as a result</a:t>
            </a:r>
            <a:endParaRPr sz="18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Use GIT Repo - https://github.com/cloudboxacademy/covid19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Data Ingestion</a:t>
            </a:r>
            <a:endParaRPr sz="4100"/>
          </a:p>
        </p:txBody>
      </p:sp>
      <p:sp>
        <p:nvSpPr>
          <p:cNvPr id="306" name="Google Shape;306;p18"/>
          <p:cNvSpPr txBox="1"/>
          <p:nvPr/>
        </p:nvSpPr>
        <p:spPr>
          <a:xfrm>
            <a:off x="704600" y="2395600"/>
            <a:ext cx="1681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</a:rPr>
              <a:t>HTTP</a:t>
            </a:r>
            <a:endParaRPr sz="3700">
              <a:solidFill>
                <a:schemeClr val="dk2"/>
              </a:solidFill>
            </a:endParaRPr>
          </a:p>
        </p:txBody>
      </p:sp>
      <p:sp>
        <p:nvSpPr>
          <p:cNvPr id="307" name="Google Shape;307;p18"/>
          <p:cNvSpPr txBox="1"/>
          <p:nvPr/>
        </p:nvSpPr>
        <p:spPr>
          <a:xfrm>
            <a:off x="4572000" y="2395600"/>
            <a:ext cx="4458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</a:rPr>
              <a:t>Azure Data Lake</a:t>
            </a:r>
            <a:endParaRPr sz="3700">
              <a:solidFill>
                <a:schemeClr val="dk2"/>
              </a:solidFill>
            </a:endParaRPr>
          </a:p>
        </p:txBody>
      </p:sp>
      <p:pic>
        <p:nvPicPr>
          <p:cNvPr id="308" name="Google Shape;3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1950" y="2636513"/>
            <a:ext cx="1764075" cy="41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Data Ingestion Requirement</a:t>
            </a:r>
            <a:endParaRPr sz="3400"/>
          </a:p>
        </p:txBody>
      </p:sp>
      <p:sp>
        <p:nvSpPr>
          <p:cNvPr id="314" name="Google Shape;314;p19"/>
          <p:cNvSpPr txBox="1"/>
          <p:nvPr/>
        </p:nvSpPr>
        <p:spPr>
          <a:xfrm>
            <a:off x="1385700" y="1773225"/>
            <a:ext cx="5439300" cy="21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Covid-19 new cases and deaths by Country</a:t>
            </a:r>
            <a:endParaRPr sz="18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27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Covid-19 Hospital admissions &amp; ICU cases </a:t>
            </a:r>
            <a:endParaRPr sz="1800">
              <a:solidFill>
                <a:schemeClr val="dk2"/>
              </a:solidFill>
            </a:endParaRPr>
          </a:p>
          <a:p>
            <a:pPr indent="0" lvl="0" marL="127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127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Covid-19 Testing Numbers</a:t>
            </a:r>
            <a:endParaRPr sz="1800">
              <a:solidFill>
                <a:schemeClr val="dk2"/>
              </a:solidFill>
            </a:endParaRPr>
          </a:p>
          <a:p>
            <a:pPr indent="0" lvl="0" marL="127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2700" marR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Country Response to Covid-19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/>
        </p:nvSpPr>
        <p:spPr>
          <a:xfrm>
            <a:off x="1740325" y="1284700"/>
            <a:ext cx="59655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Data Ingestion</a:t>
            </a:r>
            <a:endParaRPr sz="32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Case &amp; Death Data</a:t>
            </a:r>
            <a:endParaRPr sz="32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4025"/>
            <a:ext cx="9144000" cy="519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Parameters and Variables</a:t>
            </a:r>
            <a:endParaRPr sz="3500"/>
          </a:p>
        </p:txBody>
      </p:sp>
      <p:sp>
        <p:nvSpPr>
          <p:cNvPr id="335" name="Google Shape;335;p23"/>
          <p:cNvSpPr txBox="1"/>
          <p:nvPr>
            <p:ph idx="1" type="body"/>
          </p:nvPr>
        </p:nvSpPr>
        <p:spPr>
          <a:xfrm>
            <a:off x="859600" y="1990050"/>
            <a:ext cx="77976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12700" marR="12700" rtl="0" algn="l">
              <a:lnSpc>
                <a:spcPct val="101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Parameters 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are external values passed into pipelines, datasets or linked  services. The value cannot be changed inside a pipeline.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01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2700" rtl="0" algn="l">
              <a:lnSpc>
                <a:spcPct val="101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Variables 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are internal values set inside a pipeline. The value can be changed  inside the pipeline using Set Variable or Append Variable Activity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/>
              <a:t>Thank You</a:t>
            </a:r>
            <a:endParaRPr sz="5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