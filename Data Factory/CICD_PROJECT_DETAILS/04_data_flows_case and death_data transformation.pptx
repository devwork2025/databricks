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877f6439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877f6439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7877f6439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7877f6439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7877f6439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7877f6439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7877f6439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7877f6439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5425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 Data flows -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(Cases &amp; Deaths File)</a:t>
            </a:r>
            <a:endParaRPr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0300"/>
            <a:ext cx="5862450" cy="360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/>
          <p:nvPr/>
        </p:nvSpPr>
        <p:spPr>
          <a:xfrm>
            <a:off x="5944400" y="786900"/>
            <a:ext cx="3129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Data Flow Overview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Requirement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Source Transformation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Filter Transformation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Select Transformation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Pivot Transformation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Lookup Transformation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Sink Transformation</a:t>
            </a:r>
            <a:endParaRPr sz="1900">
              <a:solidFill>
                <a:schemeClr val="dk2"/>
              </a:solidFill>
            </a:endParaRPr>
          </a:p>
          <a:p>
            <a:pPr indent="-34925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Create Pipeline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143275" y="251300"/>
            <a:ext cx="79383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Data Flow- Cases &amp; Deaths Data</a:t>
            </a:r>
            <a:endParaRPr b="1" sz="30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6900" y="0"/>
            <a:ext cx="1376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 txBox="1"/>
          <p:nvPr/>
        </p:nvSpPr>
        <p:spPr>
          <a:xfrm>
            <a:off x="213725" y="1766175"/>
            <a:ext cx="2548200" cy="14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Data Flows </a:t>
            </a:r>
            <a:endParaRPr b="1" sz="3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Features</a:t>
            </a:r>
            <a:endParaRPr sz="25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3593400" y="852675"/>
            <a:ext cx="547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❏"/>
            </a:pPr>
            <a:r>
              <a:rPr lang="en" sz="2400">
                <a:solidFill>
                  <a:schemeClr val="dk2"/>
                </a:solidFill>
              </a:rPr>
              <a:t>Code free data transformations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3593400" y="2038125"/>
            <a:ext cx="5304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127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❏"/>
            </a:pPr>
            <a:r>
              <a:rPr lang="en" sz="2200">
                <a:solidFill>
                  <a:schemeClr val="dk2"/>
                </a:solidFill>
              </a:rPr>
              <a:t>Executed on Data Factory managed  Databricks Spark clusters</a:t>
            </a:r>
            <a:endParaRPr sz="2200">
              <a:solidFill>
                <a:schemeClr val="dk2"/>
              </a:solidFill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3593400" y="3534675"/>
            <a:ext cx="5304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12700" rtl="0" algn="l">
              <a:lnSpc>
                <a:spcPct val="101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200"/>
              <a:buChar char="❏"/>
            </a:pPr>
            <a:r>
              <a:rPr lang="en" sz="2200">
                <a:solidFill>
                  <a:schemeClr val="dk2"/>
                </a:solidFill>
              </a:rPr>
              <a:t>Benefits from Data factory scheduling and  monitoring capabilities.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375" y="152400"/>
            <a:ext cx="1376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 txBox="1"/>
          <p:nvPr/>
        </p:nvSpPr>
        <p:spPr>
          <a:xfrm>
            <a:off x="366375" y="1579500"/>
            <a:ext cx="24075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Data Flows</a:t>
            </a:r>
            <a:endParaRPr b="1" sz="3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Types</a:t>
            </a:r>
            <a:endParaRPr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475" y="633425"/>
            <a:ext cx="503777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8900" y="2624275"/>
            <a:ext cx="5037775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7375" y="152400"/>
            <a:ext cx="1376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8"/>
          <p:cNvSpPr txBox="1"/>
          <p:nvPr/>
        </p:nvSpPr>
        <p:spPr>
          <a:xfrm>
            <a:off x="425100" y="1425625"/>
            <a:ext cx="23487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Data Flows</a:t>
            </a:r>
            <a:endParaRPr b="1" sz="3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Limitations</a:t>
            </a:r>
            <a:endParaRPr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13" name="Google Shape;313;p18"/>
          <p:cNvSpPr txBox="1"/>
          <p:nvPr/>
        </p:nvSpPr>
        <p:spPr>
          <a:xfrm>
            <a:off x="3666225" y="439175"/>
            <a:ext cx="5155200" cy="39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Only available in some regions</a:t>
            </a:r>
            <a:endParaRPr sz="2400">
              <a:solidFill>
                <a:schemeClr val="dk2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https://docs.microsoft.com/en-us/azure/data-factory/concepts-data-flow-  overview#available-regions</a:t>
            </a:r>
            <a:endParaRPr>
              <a:solidFill>
                <a:srgbClr val="FF0000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Limited set of connectors available</a:t>
            </a:r>
            <a:endParaRPr sz="2400">
              <a:solidFill>
                <a:schemeClr val="dk2"/>
              </a:solidFill>
            </a:endParaRPr>
          </a:p>
          <a:p>
            <a:pPr indent="0" lvl="0" marL="12700" marR="12700" rtl="0" algn="l">
              <a:lnSpc>
                <a:spcPct val="14363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https://docs.microsoft.com/en-us/azure/data-factory/data-flow-source#supported-  sources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Not suitable for very complex logic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400">
                <a:latin typeface="Arial"/>
                <a:ea typeface="Arial"/>
                <a:cs typeface="Arial"/>
                <a:sym typeface="Arial"/>
              </a:rPr>
              <a:t>Transform Cases &amp; Deaths 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/>
              <a:t>Thank You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