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Nunito"/>
      <p:regular r:id="rId46"/>
      <p:bold r:id="rId47"/>
      <p:italic r:id="rId48"/>
      <p:boldItalic r:id="rId49"/>
    </p:embeddedFont>
    <p:embeddedFont>
      <p:font typeface="Maven Pro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Nuni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unito-italic.fntdata"/><Relationship Id="rId47" Type="http://schemas.openxmlformats.org/officeDocument/2006/relationships/font" Target="fonts/Nunito-bold.fntdata"/><Relationship Id="rId49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avenPro-bold.fntdata"/><Relationship Id="rId50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9aa0463b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9aa0463b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79aa0463b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79aa0463b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79aa0463b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79aa0463b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79aa0463b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79aa0463b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79aa0463b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79aa0463b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79aa0463b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79aa0463b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79aa0463b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79aa0463b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79aa0463b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79aa0463b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79aa0463b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79aa0463b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79aa0463b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79aa0463b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79aa0463b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79aa0463b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79aa0463b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79aa0463b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79aa0463b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79aa0463b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79aa0463b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79aa0463b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79aa0463b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79aa0463b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79aa0463b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79aa0463b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79aa0463b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79aa0463b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9aa0463b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79aa0463b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79aa0463b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79aa0463b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79aa0463b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79aa0463b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79aa0463b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79aa0463b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79aa0463b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79aa0463b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79aa0463b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79aa0463b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79aa0463b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79aa0463b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79aa0463b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79aa0463b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79aa0463b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79aa0463b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79aa0463b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79aa0463b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79aa0463b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79aa0463b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79aa0463b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79aa0463b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79aa0463b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79aa0463b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79aa0463b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79aa0463b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79aa0463b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79aa0463b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79aa0463b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79aa0463b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79aa0463b3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79aa0463b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78330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Integration/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Deployment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(CI/CD)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00" y="1600800"/>
            <a:ext cx="1281650" cy="12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38" y="2889950"/>
            <a:ext cx="1232775" cy="4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6325" y="1600800"/>
            <a:ext cx="1281650" cy="128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7700" y="2843875"/>
            <a:ext cx="1238897" cy="4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0600" y="1680625"/>
            <a:ext cx="1232750" cy="12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6150" y="2895588"/>
            <a:ext cx="1281650" cy="48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 txBox="1"/>
          <p:nvPr/>
        </p:nvSpPr>
        <p:spPr>
          <a:xfrm>
            <a:off x="2052850" y="3159075"/>
            <a:ext cx="44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3341550" y="3041125"/>
            <a:ext cx="7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4721525" y="3020625"/>
            <a:ext cx="99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Build  Artefacts</a:t>
            </a:r>
            <a:endParaRPr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6717350" y="2052825"/>
            <a:ext cx="99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Release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6778550" y="3997500"/>
            <a:ext cx="9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Release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239500" y="193875"/>
            <a:ext cx="717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Continuous Integration / Continuous Delivery</a:t>
            </a:r>
            <a:endParaRPr sz="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 txBox="1"/>
          <p:nvPr>
            <p:ph type="ctrTitle"/>
          </p:nvPr>
        </p:nvSpPr>
        <p:spPr>
          <a:xfrm>
            <a:off x="219550" y="804025"/>
            <a:ext cx="5154300" cy="31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Char char="❖"/>
            </a:pPr>
            <a:r>
              <a:rPr b="0" lang="en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Azure DevOps Environment Set-up</a:t>
            </a:r>
            <a:endParaRPr b="0" sz="3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❖"/>
            </a:pPr>
            <a:r>
              <a:rPr b="0" lang="en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Azure Data Factory Set-up</a:t>
            </a:r>
            <a:endParaRPr b="0" sz="2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 txBox="1"/>
          <p:nvPr>
            <p:ph type="ctrTitle"/>
          </p:nvPr>
        </p:nvSpPr>
        <p:spPr>
          <a:xfrm>
            <a:off x="162550" y="2070000"/>
            <a:ext cx="6055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ADF Git Configuration</a:t>
            </a:r>
            <a:endParaRPr/>
          </a:p>
        </p:txBody>
      </p:sp>
      <p:pic>
        <p:nvPicPr>
          <p:cNvPr id="404" name="Google Shape;4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00" y="1315675"/>
            <a:ext cx="1197925" cy="119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750" y="0"/>
            <a:ext cx="91987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