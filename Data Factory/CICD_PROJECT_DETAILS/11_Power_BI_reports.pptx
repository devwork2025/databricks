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Nunito"/>
      <p:regular r:id="rId9"/>
      <p:bold r:id="rId10"/>
      <p:italic r:id="rId11"/>
      <p:boldItalic r:id="rId12"/>
    </p:embeddedFont>
    <p:embeddedFont>
      <p:font typeface="Maven Pro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italic.fntdata"/><Relationship Id="rId10" Type="http://schemas.openxmlformats.org/officeDocument/2006/relationships/font" Target="fonts/Nunito-bold.fntdata"/><Relationship Id="rId13" Type="http://schemas.openxmlformats.org/officeDocument/2006/relationships/font" Target="fonts/MavenPro-regular.fntdata"/><Relationship Id="rId12" Type="http://schemas.openxmlformats.org/officeDocument/2006/relationships/font" Target="fonts/Nuni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Nunito-regular.fntdata"/><Relationship Id="rId14" Type="http://schemas.openxmlformats.org/officeDocument/2006/relationships/font" Target="fonts/Maven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ec700923ca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ec700923c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ec700923ca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ec700923ca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131150" y="2189225"/>
            <a:ext cx="68583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Reporting Via Power BI</a:t>
            </a:r>
            <a:endParaRPr sz="3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 txBox="1"/>
          <p:nvPr>
            <p:ph type="ctrTitle"/>
          </p:nvPr>
        </p:nvSpPr>
        <p:spPr>
          <a:xfrm>
            <a:off x="600900" y="2142275"/>
            <a:ext cx="5425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BI Desktop Overview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