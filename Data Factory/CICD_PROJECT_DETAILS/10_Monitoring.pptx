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regular.fntdata"/><Relationship Id="rId14" Type="http://schemas.openxmlformats.org/officeDocument/2006/relationships/font" Target="fonts/Nunito-boldItalic.fntdata"/><Relationship Id="rId16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4768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Azure Data factory-Monitoring</a:t>
            </a:r>
            <a:endParaRPr sz="3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59"/>
              <a:t>What do we want to monitor</a:t>
            </a:r>
            <a:endParaRPr sz="2120"/>
          </a:p>
        </p:txBody>
      </p:sp>
      <p:sp>
        <p:nvSpPr>
          <p:cNvPr id="288" name="Google Shape;288;p15"/>
          <p:cNvSpPr txBox="1"/>
          <p:nvPr/>
        </p:nvSpPr>
        <p:spPr>
          <a:xfrm>
            <a:off x="2066825" y="1799175"/>
            <a:ext cx="4863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Azure Data Factory Resource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111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Integration runtime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111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Trigger runs  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111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Pipeline runs 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111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Activity runs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303800" y="610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Data Factory Monitor</a:t>
            </a:r>
            <a:endParaRPr sz="2100"/>
          </a:p>
        </p:txBody>
      </p:sp>
      <p:sp>
        <p:nvSpPr>
          <p:cNvPr id="294" name="Google Shape;294;p16"/>
          <p:cNvSpPr txBox="1"/>
          <p:nvPr/>
        </p:nvSpPr>
        <p:spPr>
          <a:xfrm>
            <a:off x="1221275" y="1821000"/>
            <a:ext cx="7030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Ability to monitor status of pipeline/ triggers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 be used to re-run failed pipelines/ triggers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Ability to send alerts from base level metrics  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Provides base level metrics and logs  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Pipeline runs are stored only for 45 days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Azure Monitor</a:t>
            </a:r>
            <a:endParaRPr sz="3500"/>
          </a:p>
        </p:txBody>
      </p:sp>
      <p:sp>
        <p:nvSpPr>
          <p:cNvPr id="300" name="Google Shape;300;p17"/>
          <p:cNvSpPr txBox="1"/>
          <p:nvPr/>
        </p:nvSpPr>
        <p:spPr>
          <a:xfrm>
            <a:off x="1077150" y="1848375"/>
            <a:ext cx="7122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Ability to route the diagnostic data to other storage solutions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Provides richer diagnostic data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Ability to write complex queries and custom reporting  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Ability to report across multiple data factories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