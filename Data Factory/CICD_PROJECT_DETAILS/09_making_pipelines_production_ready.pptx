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Maven Pro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MavenPro-bold.fntdata"/><Relationship Id="rId16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ec700923c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ec700923c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c700923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ec700923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ec700923c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ec700923c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Pipeline Production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4"/>
          <p:cNvSpPr txBox="1"/>
          <p:nvPr>
            <p:ph type="ctrTitle"/>
          </p:nvPr>
        </p:nvSpPr>
        <p:spPr>
          <a:xfrm>
            <a:off x="354275" y="2271450"/>
            <a:ext cx="60834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Data Orchestration</a:t>
            </a:r>
            <a:endParaRPr sz="4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5"/>
          <p:cNvSpPr txBox="1"/>
          <p:nvPr>
            <p:ph type="title"/>
          </p:nvPr>
        </p:nvSpPr>
        <p:spPr>
          <a:xfrm>
            <a:off x="1303800" y="598575"/>
            <a:ext cx="7235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>
                <a:latin typeface="Arial"/>
                <a:ea typeface="Arial"/>
                <a:cs typeface="Arial"/>
                <a:sym typeface="Arial"/>
              </a:rPr>
              <a:t>Data Orchestration Requirements</a:t>
            </a:r>
            <a:endParaRPr sz="3000"/>
          </a:p>
        </p:txBody>
      </p:sp>
      <p:sp>
        <p:nvSpPr>
          <p:cNvPr id="288" name="Google Shape;288;p15"/>
          <p:cNvSpPr txBox="1"/>
          <p:nvPr>
            <p:ph idx="1" type="body"/>
          </p:nvPr>
        </p:nvSpPr>
        <p:spPr>
          <a:xfrm>
            <a:off x="622700" y="1966550"/>
            <a:ext cx="85212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Pipeline executions are full automated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Pipelines run at regular intervals or on an event occurring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Activities only run once the upstream dependency has been satisfied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Easier to monitor for execution progress and issues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 Factory Capability</a:t>
            </a:r>
            <a:endParaRPr sz="3000"/>
          </a:p>
        </p:txBody>
      </p:sp>
      <p:sp>
        <p:nvSpPr>
          <p:cNvPr id="294" name="Google Shape;294;p16"/>
          <p:cNvSpPr txBox="1"/>
          <p:nvPr>
            <p:ph idx="1" type="body"/>
          </p:nvPr>
        </p:nvSpPr>
        <p:spPr>
          <a:xfrm>
            <a:off x="865950" y="1931350"/>
            <a:ext cx="74121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Dependency between activities inside a pipeline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Dependency between pipelines within a parent pipeline  Dependency between triggers [Only tumbling window triggers] 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</a:pPr>
            <a:r>
              <a:rPr lang="en" sz="2400">
                <a:latin typeface="Calibri"/>
                <a:ea typeface="Calibri"/>
                <a:cs typeface="Calibri"/>
                <a:sym typeface="Calibri"/>
              </a:rPr>
              <a:t>Custom-made Solution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"/>
          <p:cNvSpPr txBox="1"/>
          <p:nvPr>
            <p:ph type="ctrTitle"/>
          </p:nvPr>
        </p:nvSpPr>
        <p:spPr>
          <a:xfrm>
            <a:off x="108050" y="2201000"/>
            <a:ext cx="58833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4400">
                <a:latin typeface="Arial"/>
                <a:ea typeface="Arial"/>
                <a:cs typeface="Arial"/>
                <a:sym typeface="Arial"/>
              </a:rPr>
              <a:t>Data Orchestration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latin typeface="Arial"/>
                <a:ea typeface="Arial"/>
                <a:cs typeface="Arial"/>
                <a:sym typeface="Arial"/>
              </a:rPr>
              <a:t>               Option 1 – Parent Pipeline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"/>
          <p:cNvSpPr txBox="1"/>
          <p:nvPr>
            <p:ph type="ctrTitle"/>
          </p:nvPr>
        </p:nvSpPr>
        <p:spPr>
          <a:xfrm>
            <a:off x="0" y="2048300"/>
            <a:ext cx="6022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4400">
                <a:latin typeface="Arial"/>
                <a:ea typeface="Arial"/>
                <a:cs typeface="Arial"/>
                <a:sym typeface="Arial"/>
              </a:rPr>
              <a:t>Data Orchestration</a:t>
            </a:r>
            <a:endParaRPr b="0" sz="4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latin typeface="Arial"/>
                <a:ea typeface="Arial"/>
                <a:cs typeface="Arial"/>
                <a:sym typeface="Arial"/>
              </a:rPr>
              <a:t>            Option 2 – Trigger Dependency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