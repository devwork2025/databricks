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3" r:id="rId8"/>
    <p:sldId id="264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CC9853-2899-4071-B622-70664BC0EE63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C463EE2-D75B-40C4-AA78-2E77885DC671}">
      <dgm:prSet phldrT="[Text]"/>
      <dgm:spPr/>
      <dgm:t>
        <a:bodyPr/>
        <a:lstStyle/>
        <a:p>
          <a:r>
            <a:rPr lang="en-US" dirty="0"/>
            <a:t>Pitfalls of data lakes</a:t>
          </a:r>
        </a:p>
      </dgm:t>
    </dgm:pt>
    <dgm:pt modelId="{7A41F9D2-ABDB-4C9B-8D85-73CE34EC9315}" type="parTrans" cxnId="{CA1B5FA9-7DEB-4467-ABA5-676386E6C40F}">
      <dgm:prSet/>
      <dgm:spPr/>
      <dgm:t>
        <a:bodyPr/>
        <a:lstStyle/>
        <a:p>
          <a:endParaRPr lang="en-US"/>
        </a:p>
      </dgm:t>
    </dgm:pt>
    <dgm:pt modelId="{63705F15-9B37-432B-B179-138C2FD4D3E5}" type="sibTrans" cxnId="{CA1B5FA9-7DEB-4467-ABA5-676386E6C40F}">
      <dgm:prSet/>
      <dgm:spPr/>
      <dgm:t>
        <a:bodyPr/>
        <a:lstStyle/>
        <a:p>
          <a:endParaRPr lang="en-US"/>
        </a:p>
      </dgm:t>
    </dgm:pt>
    <dgm:pt modelId="{E33115DD-A3AD-4E6A-9309-0ADC6605FCD5}">
      <dgm:prSet phldrT="[Text]"/>
      <dgm:spPr/>
      <dgm:t>
        <a:bodyPr/>
        <a:lstStyle/>
        <a:p>
          <a:r>
            <a:rPr lang="en-US" dirty="0"/>
            <a:t>Lakehouse Architecture</a:t>
          </a:r>
        </a:p>
      </dgm:t>
    </dgm:pt>
    <dgm:pt modelId="{054ACF33-F4D8-4243-91E8-E2C6173818E3}" type="parTrans" cxnId="{C0B6BE57-F4CE-4ABF-9274-F967E73BE651}">
      <dgm:prSet/>
      <dgm:spPr/>
      <dgm:t>
        <a:bodyPr/>
        <a:lstStyle/>
        <a:p>
          <a:endParaRPr lang="en-US"/>
        </a:p>
      </dgm:t>
    </dgm:pt>
    <dgm:pt modelId="{B168BDF6-1843-4F48-831C-142A73C72933}" type="sibTrans" cxnId="{C0B6BE57-F4CE-4ABF-9274-F967E73BE651}">
      <dgm:prSet/>
      <dgm:spPr/>
      <dgm:t>
        <a:bodyPr/>
        <a:lstStyle/>
        <a:p>
          <a:endParaRPr lang="en-US"/>
        </a:p>
      </dgm:t>
    </dgm:pt>
    <dgm:pt modelId="{42AEE697-3778-4AB8-B973-EDF06637C472}">
      <dgm:prSet phldrT="[Text]"/>
      <dgm:spPr/>
      <dgm:t>
        <a:bodyPr/>
        <a:lstStyle/>
        <a:p>
          <a:r>
            <a:rPr lang="en-US" dirty="0"/>
            <a:t>Delta lake capabilities</a:t>
          </a:r>
        </a:p>
      </dgm:t>
    </dgm:pt>
    <dgm:pt modelId="{DC0A7013-8862-423D-B115-4C60943EA038}" type="parTrans" cxnId="{A82009B4-65C0-4412-8CC4-35F76C7AD8AD}">
      <dgm:prSet/>
      <dgm:spPr/>
      <dgm:t>
        <a:bodyPr/>
        <a:lstStyle/>
        <a:p>
          <a:endParaRPr lang="en-US"/>
        </a:p>
      </dgm:t>
    </dgm:pt>
    <dgm:pt modelId="{9730B388-F501-4B0F-8E2D-3603050FA152}" type="sibTrans" cxnId="{A82009B4-65C0-4412-8CC4-35F76C7AD8AD}">
      <dgm:prSet/>
      <dgm:spPr/>
      <dgm:t>
        <a:bodyPr/>
        <a:lstStyle/>
        <a:p>
          <a:endParaRPr lang="en-US"/>
        </a:p>
      </dgm:t>
    </dgm:pt>
    <dgm:pt modelId="{1FDF9FFE-3F9E-4C03-A42B-F8633AD65916}" type="pres">
      <dgm:prSet presAssocID="{71CC9853-2899-4071-B622-70664BC0EE63}" presName="linear" presStyleCnt="0">
        <dgm:presLayoutVars>
          <dgm:dir/>
          <dgm:animLvl val="lvl"/>
          <dgm:resizeHandles val="exact"/>
        </dgm:presLayoutVars>
      </dgm:prSet>
      <dgm:spPr/>
    </dgm:pt>
    <dgm:pt modelId="{316856A8-8966-4AC5-A3D8-B0E377642DDF}" type="pres">
      <dgm:prSet presAssocID="{BC463EE2-D75B-40C4-AA78-2E77885DC671}" presName="parentLin" presStyleCnt="0"/>
      <dgm:spPr/>
    </dgm:pt>
    <dgm:pt modelId="{7C08FC62-F673-4DA1-BF8E-2065F575671A}" type="pres">
      <dgm:prSet presAssocID="{BC463EE2-D75B-40C4-AA78-2E77885DC671}" presName="parentLeftMargin" presStyleLbl="node1" presStyleIdx="0" presStyleCnt="3"/>
      <dgm:spPr/>
    </dgm:pt>
    <dgm:pt modelId="{D288BF07-9D30-4793-8510-0012DC5C0FA5}" type="pres">
      <dgm:prSet presAssocID="{BC463EE2-D75B-40C4-AA78-2E77885DC67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F5BF00F-FBCB-4965-9C2C-F0AD765F4720}" type="pres">
      <dgm:prSet presAssocID="{BC463EE2-D75B-40C4-AA78-2E77885DC671}" presName="negativeSpace" presStyleCnt="0"/>
      <dgm:spPr/>
    </dgm:pt>
    <dgm:pt modelId="{270F34A6-4309-4F43-96B1-E4687C964F3A}" type="pres">
      <dgm:prSet presAssocID="{BC463EE2-D75B-40C4-AA78-2E77885DC671}" presName="childText" presStyleLbl="conFgAcc1" presStyleIdx="0" presStyleCnt="3">
        <dgm:presLayoutVars>
          <dgm:bulletEnabled val="1"/>
        </dgm:presLayoutVars>
      </dgm:prSet>
      <dgm:spPr/>
    </dgm:pt>
    <dgm:pt modelId="{480D1D06-67CB-4232-A2BD-9C9D879986A9}" type="pres">
      <dgm:prSet presAssocID="{63705F15-9B37-432B-B179-138C2FD4D3E5}" presName="spaceBetweenRectangles" presStyleCnt="0"/>
      <dgm:spPr/>
    </dgm:pt>
    <dgm:pt modelId="{B3866771-F5F7-4AF3-9003-E0639BD29945}" type="pres">
      <dgm:prSet presAssocID="{E33115DD-A3AD-4E6A-9309-0ADC6605FCD5}" presName="parentLin" presStyleCnt="0"/>
      <dgm:spPr/>
    </dgm:pt>
    <dgm:pt modelId="{59C25188-2175-46D0-BE9E-C5F8A44B7DF1}" type="pres">
      <dgm:prSet presAssocID="{E33115DD-A3AD-4E6A-9309-0ADC6605FCD5}" presName="parentLeftMargin" presStyleLbl="node1" presStyleIdx="0" presStyleCnt="3"/>
      <dgm:spPr/>
    </dgm:pt>
    <dgm:pt modelId="{4B595205-0FE3-4229-9935-21B30F27F23F}" type="pres">
      <dgm:prSet presAssocID="{E33115DD-A3AD-4E6A-9309-0ADC6605FCD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E3E2D0D-FC52-4DB7-ADE5-4FA0BE91B4D0}" type="pres">
      <dgm:prSet presAssocID="{E33115DD-A3AD-4E6A-9309-0ADC6605FCD5}" presName="negativeSpace" presStyleCnt="0"/>
      <dgm:spPr/>
    </dgm:pt>
    <dgm:pt modelId="{974BFDF8-A982-4D45-8996-8F757DE80C10}" type="pres">
      <dgm:prSet presAssocID="{E33115DD-A3AD-4E6A-9309-0ADC6605FCD5}" presName="childText" presStyleLbl="conFgAcc1" presStyleIdx="1" presStyleCnt="3">
        <dgm:presLayoutVars>
          <dgm:bulletEnabled val="1"/>
        </dgm:presLayoutVars>
      </dgm:prSet>
      <dgm:spPr/>
    </dgm:pt>
    <dgm:pt modelId="{13BA7734-A42A-40B8-BAEA-195B041AE936}" type="pres">
      <dgm:prSet presAssocID="{B168BDF6-1843-4F48-831C-142A73C72933}" presName="spaceBetweenRectangles" presStyleCnt="0"/>
      <dgm:spPr/>
    </dgm:pt>
    <dgm:pt modelId="{9D6B913B-ED9B-4165-9F1B-790B8CF1DBCB}" type="pres">
      <dgm:prSet presAssocID="{42AEE697-3778-4AB8-B973-EDF06637C472}" presName="parentLin" presStyleCnt="0"/>
      <dgm:spPr/>
    </dgm:pt>
    <dgm:pt modelId="{7182AF03-9C05-4F79-9065-3BBF226F7251}" type="pres">
      <dgm:prSet presAssocID="{42AEE697-3778-4AB8-B973-EDF06637C472}" presName="parentLeftMargin" presStyleLbl="node1" presStyleIdx="1" presStyleCnt="3"/>
      <dgm:spPr/>
    </dgm:pt>
    <dgm:pt modelId="{0580D06C-DA92-4DBA-A7DF-3695E3B2943E}" type="pres">
      <dgm:prSet presAssocID="{42AEE697-3778-4AB8-B973-EDF06637C47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4F85E45-1A13-4B28-BCD5-1165C6BC5F02}" type="pres">
      <dgm:prSet presAssocID="{42AEE697-3778-4AB8-B973-EDF06637C472}" presName="negativeSpace" presStyleCnt="0"/>
      <dgm:spPr/>
    </dgm:pt>
    <dgm:pt modelId="{389C2A41-4EC1-45A8-ADEF-72819DE5D6A4}" type="pres">
      <dgm:prSet presAssocID="{42AEE697-3778-4AB8-B973-EDF06637C472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4B45211-7262-4EEE-A797-7F049B3DD119}" type="presOf" srcId="{BC463EE2-D75B-40C4-AA78-2E77885DC671}" destId="{7C08FC62-F673-4DA1-BF8E-2065F575671A}" srcOrd="0" destOrd="0" presId="urn:microsoft.com/office/officeart/2005/8/layout/list1"/>
    <dgm:cxn modelId="{B6196E28-BF75-4135-9F25-6C2DFEF00AD6}" type="presOf" srcId="{71CC9853-2899-4071-B622-70664BC0EE63}" destId="{1FDF9FFE-3F9E-4C03-A42B-F8633AD65916}" srcOrd="0" destOrd="0" presId="urn:microsoft.com/office/officeart/2005/8/layout/list1"/>
    <dgm:cxn modelId="{C0B6BE57-F4CE-4ABF-9274-F967E73BE651}" srcId="{71CC9853-2899-4071-B622-70664BC0EE63}" destId="{E33115DD-A3AD-4E6A-9309-0ADC6605FCD5}" srcOrd="1" destOrd="0" parTransId="{054ACF33-F4D8-4243-91E8-E2C6173818E3}" sibTransId="{B168BDF6-1843-4F48-831C-142A73C72933}"/>
    <dgm:cxn modelId="{EB871C93-5D77-47B7-974A-9826F8E5B882}" type="presOf" srcId="{42AEE697-3778-4AB8-B973-EDF06637C472}" destId="{7182AF03-9C05-4F79-9065-3BBF226F7251}" srcOrd="0" destOrd="0" presId="urn:microsoft.com/office/officeart/2005/8/layout/list1"/>
    <dgm:cxn modelId="{A9537393-39D7-4597-94CE-1ED0F7815D58}" type="presOf" srcId="{E33115DD-A3AD-4E6A-9309-0ADC6605FCD5}" destId="{4B595205-0FE3-4229-9935-21B30F27F23F}" srcOrd="1" destOrd="0" presId="urn:microsoft.com/office/officeart/2005/8/layout/list1"/>
    <dgm:cxn modelId="{13695A9F-CAF3-4E17-8961-55E6E55D0CB5}" type="presOf" srcId="{42AEE697-3778-4AB8-B973-EDF06637C472}" destId="{0580D06C-DA92-4DBA-A7DF-3695E3B2943E}" srcOrd="1" destOrd="0" presId="urn:microsoft.com/office/officeart/2005/8/layout/list1"/>
    <dgm:cxn modelId="{CA1B5FA9-7DEB-4467-ABA5-676386E6C40F}" srcId="{71CC9853-2899-4071-B622-70664BC0EE63}" destId="{BC463EE2-D75B-40C4-AA78-2E77885DC671}" srcOrd="0" destOrd="0" parTransId="{7A41F9D2-ABDB-4C9B-8D85-73CE34EC9315}" sibTransId="{63705F15-9B37-432B-B179-138C2FD4D3E5}"/>
    <dgm:cxn modelId="{A82009B4-65C0-4412-8CC4-35F76C7AD8AD}" srcId="{71CC9853-2899-4071-B622-70664BC0EE63}" destId="{42AEE697-3778-4AB8-B973-EDF06637C472}" srcOrd="2" destOrd="0" parTransId="{DC0A7013-8862-423D-B115-4C60943EA038}" sibTransId="{9730B388-F501-4B0F-8E2D-3603050FA152}"/>
    <dgm:cxn modelId="{AEB9F6BC-BA53-449E-B548-66BF83BE4F75}" type="presOf" srcId="{E33115DD-A3AD-4E6A-9309-0ADC6605FCD5}" destId="{59C25188-2175-46D0-BE9E-C5F8A44B7DF1}" srcOrd="0" destOrd="0" presId="urn:microsoft.com/office/officeart/2005/8/layout/list1"/>
    <dgm:cxn modelId="{53B3A6CD-EFC3-47DE-97B6-1F47386C42ED}" type="presOf" srcId="{BC463EE2-D75B-40C4-AA78-2E77885DC671}" destId="{D288BF07-9D30-4793-8510-0012DC5C0FA5}" srcOrd="1" destOrd="0" presId="urn:microsoft.com/office/officeart/2005/8/layout/list1"/>
    <dgm:cxn modelId="{30F9F240-15A8-47A2-9159-CA2361DFD08C}" type="presParOf" srcId="{1FDF9FFE-3F9E-4C03-A42B-F8633AD65916}" destId="{316856A8-8966-4AC5-A3D8-B0E377642DDF}" srcOrd="0" destOrd="0" presId="urn:microsoft.com/office/officeart/2005/8/layout/list1"/>
    <dgm:cxn modelId="{47F9BE14-16E1-475D-88D4-3DFA165B5292}" type="presParOf" srcId="{316856A8-8966-4AC5-A3D8-B0E377642DDF}" destId="{7C08FC62-F673-4DA1-BF8E-2065F575671A}" srcOrd="0" destOrd="0" presId="urn:microsoft.com/office/officeart/2005/8/layout/list1"/>
    <dgm:cxn modelId="{6F09F755-E0E3-4D97-96DB-6697A8C624E7}" type="presParOf" srcId="{316856A8-8966-4AC5-A3D8-B0E377642DDF}" destId="{D288BF07-9D30-4793-8510-0012DC5C0FA5}" srcOrd="1" destOrd="0" presId="urn:microsoft.com/office/officeart/2005/8/layout/list1"/>
    <dgm:cxn modelId="{A250D58B-D43A-4129-B210-FD096F44F15F}" type="presParOf" srcId="{1FDF9FFE-3F9E-4C03-A42B-F8633AD65916}" destId="{AF5BF00F-FBCB-4965-9C2C-F0AD765F4720}" srcOrd="1" destOrd="0" presId="urn:microsoft.com/office/officeart/2005/8/layout/list1"/>
    <dgm:cxn modelId="{4D075066-FAA3-4CC9-B381-BBCF2D97E7E5}" type="presParOf" srcId="{1FDF9FFE-3F9E-4C03-A42B-F8633AD65916}" destId="{270F34A6-4309-4F43-96B1-E4687C964F3A}" srcOrd="2" destOrd="0" presId="urn:microsoft.com/office/officeart/2005/8/layout/list1"/>
    <dgm:cxn modelId="{3E90C8F3-8792-4521-890E-27BDB069533F}" type="presParOf" srcId="{1FDF9FFE-3F9E-4C03-A42B-F8633AD65916}" destId="{480D1D06-67CB-4232-A2BD-9C9D879986A9}" srcOrd="3" destOrd="0" presId="urn:microsoft.com/office/officeart/2005/8/layout/list1"/>
    <dgm:cxn modelId="{48C0B181-FC67-4F52-AD92-1C0F442F2B07}" type="presParOf" srcId="{1FDF9FFE-3F9E-4C03-A42B-F8633AD65916}" destId="{B3866771-F5F7-4AF3-9003-E0639BD29945}" srcOrd="4" destOrd="0" presId="urn:microsoft.com/office/officeart/2005/8/layout/list1"/>
    <dgm:cxn modelId="{BF615200-7A43-4520-B1A3-069846C1B7FF}" type="presParOf" srcId="{B3866771-F5F7-4AF3-9003-E0639BD29945}" destId="{59C25188-2175-46D0-BE9E-C5F8A44B7DF1}" srcOrd="0" destOrd="0" presId="urn:microsoft.com/office/officeart/2005/8/layout/list1"/>
    <dgm:cxn modelId="{6EB05BA5-A5FB-445C-8AF6-1DF685A334D5}" type="presParOf" srcId="{B3866771-F5F7-4AF3-9003-E0639BD29945}" destId="{4B595205-0FE3-4229-9935-21B30F27F23F}" srcOrd="1" destOrd="0" presId="urn:microsoft.com/office/officeart/2005/8/layout/list1"/>
    <dgm:cxn modelId="{E786FB5C-22C8-4619-BAD6-6AE3F6C64CB5}" type="presParOf" srcId="{1FDF9FFE-3F9E-4C03-A42B-F8633AD65916}" destId="{FE3E2D0D-FC52-4DB7-ADE5-4FA0BE91B4D0}" srcOrd="5" destOrd="0" presId="urn:microsoft.com/office/officeart/2005/8/layout/list1"/>
    <dgm:cxn modelId="{0B7D0E12-1CB8-4129-A678-7A68E7F783B1}" type="presParOf" srcId="{1FDF9FFE-3F9E-4C03-A42B-F8633AD65916}" destId="{974BFDF8-A982-4D45-8996-8F757DE80C10}" srcOrd="6" destOrd="0" presId="urn:microsoft.com/office/officeart/2005/8/layout/list1"/>
    <dgm:cxn modelId="{0142CF96-91F2-4A72-927F-81B2897A0E70}" type="presParOf" srcId="{1FDF9FFE-3F9E-4C03-A42B-F8633AD65916}" destId="{13BA7734-A42A-40B8-BAEA-195B041AE936}" srcOrd="7" destOrd="0" presId="urn:microsoft.com/office/officeart/2005/8/layout/list1"/>
    <dgm:cxn modelId="{0CA6C4CB-76A5-4B98-BAC8-66BF8C6BB3E2}" type="presParOf" srcId="{1FDF9FFE-3F9E-4C03-A42B-F8633AD65916}" destId="{9D6B913B-ED9B-4165-9F1B-790B8CF1DBCB}" srcOrd="8" destOrd="0" presId="urn:microsoft.com/office/officeart/2005/8/layout/list1"/>
    <dgm:cxn modelId="{5DC3AB4A-CDFA-4D1A-BE95-61E9CD4F2FAA}" type="presParOf" srcId="{9D6B913B-ED9B-4165-9F1B-790B8CF1DBCB}" destId="{7182AF03-9C05-4F79-9065-3BBF226F7251}" srcOrd="0" destOrd="0" presId="urn:microsoft.com/office/officeart/2005/8/layout/list1"/>
    <dgm:cxn modelId="{DA786472-4198-4024-8584-CCA1E7E4E6B6}" type="presParOf" srcId="{9D6B913B-ED9B-4165-9F1B-790B8CF1DBCB}" destId="{0580D06C-DA92-4DBA-A7DF-3695E3B2943E}" srcOrd="1" destOrd="0" presId="urn:microsoft.com/office/officeart/2005/8/layout/list1"/>
    <dgm:cxn modelId="{D95FF34F-7DAE-44BE-9FF1-2C257C0416E9}" type="presParOf" srcId="{1FDF9FFE-3F9E-4C03-A42B-F8633AD65916}" destId="{44F85E45-1A13-4B28-BCD5-1165C6BC5F02}" srcOrd="9" destOrd="0" presId="urn:microsoft.com/office/officeart/2005/8/layout/list1"/>
    <dgm:cxn modelId="{D29B25F8-9D86-4310-B237-34F0F9183A93}" type="presParOf" srcId="{1FDF9FFE-3F9E-4C03-A42B-F8633AD65916}" destId="{389C2A41-4EC1-45A8-ADEF-72819DE5D6A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D3A6EF-B47E-445A-8D8D-8B1A67D76FD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5DD3AE7F-89CB-4AA7-BDA0-EF959516DAE7}">
      <dgm:prSet phldrT="[Text]"/>
      <dgm:spPr/>
      <dgm:t>
        <a:bodyPr/>
        <a:lstStyle/>
        <a:p>
          <a:r>
            <a:rPr lang="en-US" dirty="0"/>
            <a:t>External data</a:t>
          </a:r>
        </a:p>
      </dgm:t>
    </dgm:pt>
    <dgm:pt modelId="{29BBC561-F3A0-4490-B132-EF455BC4786A}" type="parTrans" cxnId="{0C9F5934-6402-4CAB-9C00-52CCD9A38D72}">
      <dgm:prSet/>
      <dgm:spPr/>
      <dgm:t>
        <a:bodyPr/>
        <a:lstStyle/>
        <a:p>
          <a:endParaRPr lang="en-US"/>
        </a:p>
      </dgm:t>
    </dgm:pt>
    <dgm:pt modelId="{21809655-96C0-4C2D-A633-F104700A1C25}" type="sibTrans" cxnId="{0C9F5934-6402-4CAB-9C00-52CCD9A38D72}">
      <dgm:prSet/>
      <dgm:spPr/>
      <dgm:t>
        <a:bodyPr/>
        <a:lstStyle/>
        <a:p>
          <a:endParaRPr lang="en-US"/>
        </a:p>
      </dgm:t>
    </dgm:pt>
    <dgm:pt modelId="{3E09E7BC-7CF5-4A35-958C-6D7D3F67DC32}">
      <dgm:prSet phldrT="[Text]"/>
      <dgm:spPr/>
      <dgm:t>
        <a:bodyPr/>
        <a:lstStyle/>
        <a:p>
          <a:r>
            <a:rPr lang="en-US" dirty="0"/>
            <a:t>ETL</a:t>
          </a:r>
        </a:p>
      </dgm:t>
    </dgm:pt>
    <dgm:pt modelId="{944D7462-46E1-48C0-A32B-8A3F74A57FE3}" type="parTrans" cxnId="{4C64ADD7-F58D-4460-9B3D-12D96FF239DE}">
      <dgm:prSet/>
      <dgm:spPr/>
      <dgm:t>
        <a:bodyPr/>
        <a:lstStyle/>
        <a:p>
          <a:endParaRPr lang="en-US"/>
        </a:p>
      </dgm:t>
    </dgm:pt>
    <dgm:pt modelId="{C3772763-8757-4234-8D8C-F90FCE7DDCD3}" type="sibTrans" cxnId="{4C64ADD7-F58D-4460-9B3D-12D96FF239DE}">
      <dgm:prSet/>
      <dgm:spPr/>
      <dgm:t>
        <a:bodyPr/>
        <a:lstStyle/>
        <a:p>
          <a:endParaRPr lang="en-US"/>
        </a:p>
      </dgm:t>
    </dgm:pt>
    <dgm:pt modelId="{F7D45EA3-3509-4436-9B79-57771FA913C3}">
      <dgm:prSet phldrT="[Text]"/>
      <dgm:spPr/>
      <dgm:t>
        <a:bodyPr/>
        <a:lstStyle/>
        <a:p>
          <a:r>
            <a:rPr lang="en-US" dirty="0"/>
            <a:t>Data Warehouse</a:t>
          </a:r>
        </a:p>
      </dgm:t>
    </dgm:pt>
    <dgm:pt modelId="{C786CD7C-4ED7-4052-A100-544965876385}" type="parTrans" cxnId="{1E5459FD-4FD4-4313-83DB-7DC7ACDD5DE0}">
      <dgm:prSet/>
      <dgm:spPr/>
      <dgm:t>
        <a:bodyPr/>
        <a:lstStyle/>
        <a:p>
          <a:endParaRPr lang="en-US"/>
        </a:p>
      </dgm:t>
    </dgm:pt>
    <dgm:pt modelId="{70E2995D-DC05-435F-9565-3AB120B00838}" type="sibTrans" cxnId="{1E5459FD-4FD4-4313-83DB-7DC7ACDD5DE0}">
      <dgm:prSet/>
      <dgm:spPr/>
      <dgm:t>
        <a:bodyPr/>
        <a:lstStyle/>
        <a:p>
          <a:endParaRPr lang="en-US"/>
        </a:p>
      </dgm:t>
    </dgm:pt>
    <dgm:pt modelId="{0882DC3A-9553-4EFF-AADD-BD8099FC6424}">
      <dgm:prSet/>
      <dgm:spPr/>
      <dgm:t>
        <a:bodyPr/>
        <a:lstStyle/>
        <a:p>
          <a:r>
            <a:rPr lang="en-US" dirty="0"/>
            <a:t>Operational data</a:t>
          </a:r>
        </a:p>
      </dgm:t>
    </dgm:pt>
    <dgm:pt modelId="{0632D8AB-C6E1-4C4D-9A6E-8D8F333EEFD5}" type="parTrans" cxnId="{B53308B8-47EE-4C13-A7E1-C1F894DB5CE9}">
      <dgm:prSet/>
      <dgm:spPr/>
      <dgm:t>
        <a:bodyPr/>
        <a:lstStyle/>
        <a:p>
          <a:endParaRPr lang="en-US"/>
        </a:p>
      </dgm:t>
    </dgm:pt>
    <dgm:pt modelId="{3FA91929-225C-4D61-BA76-20979A68F3C8}" type="sibTrans" cxnId="{B53308B8-47EE-4C13-A7E1-C1F894DB5CE9}">
      <dgm:prSet/>
      <dgm:spPr/>
      <dgm:t>
        <a:bodyPr/>
        <a:lstStyle/>
        <a:p>
          <a:endParaRPr lang="en-US"/>
        </a:p>
      </dgm:t>
    </dgm:pt>
    <dgm:pt modelId="{1C31069A-E583-410C-B64B-BF0AEDF6ABA5}">
      <dgm:prSet/>
      <dgm:spPr/>
      <dgm:t>
        <a:bodyPr/>
        <a:lstStyle/>
        <a:p>
          <a:r>
            <a:rPr lang="en-US" dirty="0"/>
            <a:t>Data consumers</a:t>
          </a:r>
        </a:p>
      </dgm:t>
    </dgm:pt>
    <dgm:pt modelId="{E36A9716-89B5-4D75-A3F1-92CB10640BEF}" type="parTrans" cxnId="{E19847EC-9928-498C-B2C4-E21B509AFCEC}">
      <dgm:prSet/>
      <dgm:spPr/>
      <dgm:t>
        <a:bodyPr/>
        <a:lstStyle/>
        <a:p>
          <a:endParaRPr lang="en-US"/>
        </a:p>
      </dgm:t>
    </dgm:pt>
    <dgm:pt modelId="{37AC9FFA-E604-42C4-910F-BF86ADB9293D}" type="sibTrans" cxnId="{E19847EC-9928-498C-B2C4-E21B509AFCEC}">
      <dgm:prSet/>
      <dgm:spPr/>
      <dgm:t>
        <a:bodyPr/>
        <a:lstStyle/>
        <a:p>
          <a:endParaRPr lang="en-US"/>
        </a:p>
      </dgm:t>
    </dgm:pt>
    <dgm:pt modelId="{314F124B-8F19-47D4-B756-9A668FA802C1}" type="pres">
      <dgm:prSet presAssocID="{C0D3A6EF-B47E-445A-8D8D-8B1A67D76FD6}" presName="Name0" presStyleCnt="0">
        <dgm:presLayoutVars>
          <dgm:dir/>
          <dgm:resizeHandles val="exact"/>
        </dgm:presLayoutVars>
      </dgm:prSet>
      <dgm:spPr/>
    </dgm:pt>
    <dgm:pt modelId="{378D6B0D-79C4-40AD-A3AB-F5822CABE0FC}" type="pres">
      <dgm:prSet presAssocID="{5DD3AE7F-89CB-4AA7-BDA0-EF959516DAE7}" presName="node" presStyleLbl="node1" presStyleIdx="0" presStyleCnt="5" custLinFactNeighborX="4597" custLinFactNeighborY="79178">
        <dgm:presLayoutVars>
          <dgm:bulletEnabled val="1"/>
        </dgm:presLayoutVars>
      </dgm:prSet>
      <dgm:spPr/>
    </dgm:pt>
    <dgm:pt modelId="{9415952B-907E-49CD-9F17-B2CB546AD8EA}" type="pres">
      <dgm:prSet presAssocID="{21809655-96C0-4C2D-A633-F104700A1C25}" presName="sibTrans" presStyleLbl="sibTrans2D1" presStyleIdx="0" presStyleCnt="4" custAng="4438758" custScaleX="204252" custLinFactX="164573" custLinFactY="33486" custLinFactNeighborX="200000" custLinFactNeighborY="100000"/>
      <dgm:spPr/>
    </dgm:pt>
    <dgm:pt modelId="{0C4E04EE-3146-4014-B199-4029FD90665B}" type="pres">
      <dgm:prSet presAssocID="{21809655-96C0-4C2D-A633-F104700A1C25}" presName="connectorText" presStyleLbl="sibTrans2D1" presStyleIdx="0" presStyleCnt="4"/>
      <dgm:spPr/>
    </dgm:pt>
    <dgm:pt modelId="{C2F1BC28-3470-4FBA-9042-355F9B02FF1C}" type="pres">
      <dgm:prSet presAssocID="{0882DC3A-9553-4EFF-AADD-BD8099FC6424}" presName="node" presStyleLbl="node1" presStyleIdx="1" presStyleCnt="5" custLinFactX="-100000" custLinFactNeighborX="-167649" custLinFactNeighborY="-89397">
        <dgm:presLayoutVars>
          <dgm:bulletEnabled val="1"/>
        </dgm:presLayoutVars>
      </dgm:prSet>
      <dgm:spPr/>
    </dgm:pt>
    <dgm:pt modelId="{AFF25FFE-0853-4192-828A-F9B230D34B59}" type="pres">
      <dgm:prSet presAssocID="{3FA91929-225C-4D61-BA76-20979A68F3C8}" presName="sibTrans" presStyleLbl="sibTrans2D1" presStyleIdx="1" presStyleCnt="4" custScaleX="149469" custLinFactNeighborX="-10126" custLinFactNeighborY="-24481"/>
      <dgm:spPr/>
    </dgm:pt>
    <dgm:pt modelId="{1C8696E8-0A95-4F32-A5C0-C9928117386E}" type="pres">
      <dgm:prSet presAssocID="{3FA91929-225C-4D61-BA76-20979A68F3C8}" presName="connectorText" presStyleLbl="sibTrans2D1" presStyleIdx="1" presStyleCnt="4"/>
      <dgm:spPr/>
    </dgm:pt>
    <dgm:pt modelId="{CC8F8333-62F7-4627-872E-CBBC62FA14E8}" type="pres">
      <dgm:prSet presAssocID="{3E09E7BC-7CF5-4A35-958C-6D7D3F67DC32}" presName="node" presStyleLbl="node1" presStyleIdx="2" presStyleCnt="5" custLinFactX="-80000" custLinFactNeighborX="-100000" custLinFactNeighborY="-3494">
        <dgm:presLayoutVars>
          <dgm:bulletEnabled val="1"/>
        </dgm:presLayoutVars>
      </dgm:prSet>
      <dgm:spPr/>
    </dgm:pt>
    <dgm:pt modelId="{1E493D22-4BF9-4DD6-B1A8-7BCDD5571BC6}" type="pres">
      <dgm:prSet presAssocID="{C3772763-8757-4234-8D8C-F90FCE7DDCD3}" presName="sibTrans" presStyleLbl="sibTrans2D1" presStyleIdx="2" presStyleCnt="4" custLinFactNeighborX="-33346" custLinFactNeighborY="-3379"/>
      <dgm:spPr/>
    </dgm:pt>
    <dgm:pt modelId="{8105D2FA-53C9-49CE-8EC3-49BEC48691A3}" type="pres">
      <dgm:prSet presAssocID="{C3772763-8757-4234-8D8C-F90FCE7DDCD3}" presName="connectorText" presStyleLbl="sibTrans2D1" presStyleIdx="2" presStyleCnt="4"/>
      <dgm:spPr/>
    </dgm:pt>
    <dgm:pt modelId="{EA07A5C2-04A5-4651-807E-2BA6F695996D}" type="pres">
      <dgm:prSet presAssocID="{F7D45EA3-3509-4436-9B79-57771FA913C3}" presName="node" presStyleLbl="node1" presStyleIdx="3" presStyleCnt="5" custLinFactX="-71048" custLinFactNeighborX="-100000" custLinFactNeighborY="2792">
        <dgm:presLayoutVars>
          <dgm:bulletEnabled val="1"/>
        </dgm:presLayoutVars>
      </dgm:prSet>
      <dgm:spPr/>
    </dgm:pt>
    <dgm:pt modelId="{F3273CC8-F642-4976-AFBE-24741A0FDC73}" type="pres">
      <dgm:prSet presAssocID="{70E2995D-DC05-435F-9565-3AB120B00838}" presName="sibTrans" presStyleLbl="sibTrans2D1" presStyleIdx="3" presStyleCnt="4"/>
      <dgm:spPr/>
    </dgm:pt>
    <dgm:pt modelId="{79B637DD-F81C-4698-BC31-7006CC43A038}" type="pres">
      <dgm:prSet presAssocID="{70E2995D-DC05-435F-9565-3AB120B00838}" presName="connectorText" presStyleLbl="sibTrans2D1" presStyleIdx="3" presStyleCnt="4"/>
      <dgm:spPr/>
    </dgm:pt>
    <dgm:pt modelId="{8C09D0DB-09B8-42F8-99B6-0E39D38DD119}" type="pres">
      <dgm:prSet presAssocID="{1C31069A-E583-410C-B64B-BF0AEDF6ABA5}" presName="node" presStyleLbl="node1" presStyleIdx="4" presStyleCnt="5" custLinFactX="-35533" custLinFactNeighborX="-100000" custLinFactNeighborY="-173">
        <dgm:presLayoutVars>
          <dgm:bulletEnabled val="1"/>
        </dgm:presLayoutVars>
      </dgm:prSet>
      <dgm:spPr/>
    </dgm:pt>
  </dgm:ptLst>
  <dgm:cxnLst>
    <dgm:cxn modelId="{77C96017-5428-43A4-AA77-95461EDAABA5}" type="presOf" srcId="{3E09E7BC-7CF5-4A35-958C-6D7D3F67DC32}" destId="{CC8F8333-62F7-4627-872E-CBBC62FA14E8}" srcOrd="0" destOrd="0" presId="urn:microsoft.com/office/officeart/2005/8/layout/process1"/>
    <dgm:cxn modelId="{0C9F5934-6402-4CAB-9C00-52CCD9A38D72}" srcId="{C0D3A6EF-B47E-445A-8D8D-8B1A67D76FD6}" destId="{5DD3AE7F-89CB-4AA7-BDA0-EF959516DAE7}" srcOrd="0" destOrd="0" parTransId="{29BBC561-F3A0-4490-B132-EF455BC4786A}" sibTransId="{21809655-96C0-4C2D-A633-F104700A1C25}"/>
    <dgm:cxn modelId="{2C891F5D-1980-4182-881A-034D1164ACF4}" type="presOf" srcId="{70E2995D-DC05-435F-9565-3AB120B00838}" destId="{79B637DD-F81C-4698-BC31-7006CC43A038}" srcOrd="1" destOrd="0" presId="urn:microsoft.com/office/officeart/2005/8/layout/process1"/>
    <dgm:cxn modelId="{18D1C849-EB93-40E6-B405-6E32ED589389}" type="presOf" srcId="{3FA91929-225C-4D61-BA76-20979A68F3C8}" destId="{1C8696E8-0A95-4F32-A5C0-C9928117386E}" srcOrd="1" destOrd="0" presId="urn:microsoft.com/office/officeart/2005/8/layout/process1"/>
    <dgm:cxn modelId="{34E5944F-C6F9-478C-A3AD-84DDE261F50E}" type="presOf" srcId="{1C31069A-E583-410C-B64B-BF0AEDF6ABA5}" destId="{8C09D0DB-09B8-42F8-99B6-0E39D38DD119}" srcOrd="0" destOrd="0" presId="urn:microsoft.com/office/officeart/2005/8/layout/process1"/>
    <dgm:cxn modelId="{562F2696-6F5F-49A0-8371-9558E1452874}" type="presOf" srcId="{F7D45EA3-3509-4436-9B79-57771FA913C3}" destId="{EA07A5C2-04A5-4651-807E-2BA6F695996D}" srcOrd="0" destOrd="0" presId="urn:microsoft.com/office/officeart/2005/8/layout/process1"/>
    <dgm:cxn modelId="{8D39B8B0-E795-439C-817B-A94F695EDE3F}" type="presOf" srcId="{5DD3AE7F-89CB-4AA7-BDA0-EF959516DAE7}" destId="{378D6B0D-79C4-40AD-A3AB-F5822CABE0FC}" srcOrd="0" destOrd="0" presId="urn:microsoft.com/office/officeart/2005/8/layout/process1"/>
    <dgm:cxn modelId="{B53308B8-47EE-4C13-A7E1-C1F894DB5CE9}" srcId="{C0D3A6EF-B47E-445A-8D8D-8B1A67D76FD6}" destId="{0882DC3A-9553-4EFF-AADD-BD8099FC6424}" srcOrd="1" destOrd="0" parTransId="{0632D8AB-C6E1-4C4D-9A6E-8D8F333EEFD5}" sibTransId="{3FA91929-225C-4D61-BA76-20979A68F3C8}"/>
    <dgm:cxn modelId="{0F236EC1-E6FB-4249-88A4-22307CB14893}" type="presOf" srcId="{3FA91929-225C-4D61-BA76-20979A68F3C8}" destId="{AFF25FFE-0853-4192-828A-F9B230D34B59}" srcOrd="0" destOrd="0" presId="urn:microsoft.com/office/officeart/2005/8/layout/process1"/>
    <dgm:cxn modelId="{A8E492CB-C234-4CB8-88E9-6690C2458D2A}" type="presOf" srcId="{C3772763-8757-4234-8D8C-F90FCE7DDCD3}" destId="{8105D2FA-53C9-49CE-8EC3-49BEC48691A3}" srcOrd="1" destOrd="0" presId="urn:microsoft.com/office/officeart/2005/8/layout/process1"/>
    <dgm:cxn modelId="{4BDA8DD3-3E3E-484F-B68E-07225439995B}" type="presOf" srcId="{0882DC3A-9553-4EFF-AADD-BD8099FC6424}" destId="{C2F1BC28-3470-4FBA-9042-355F9B02FF1C}" srcOrd="0" destOrd="0" presId="urn:microsoft.com/office/officeart/2005/8/layout/process1"/>
    <dgm:cxn modelId="{4C64ADD7-F58D-4460-9B3D-12D96FF239DE}" srcId="{C0D3A6EF-B47E-445A-8D8D-8B1A67D76FD6}" destId="{3E09E7BC-7CF5-4A35-958C-6D7D3F67DC32}" srcOrd="2" destOrd="0" parTransId="{944D7462-46E1-48C0-A32B-8A3F74A57FE3}" sibTransId="{C3772763-8757-4234-8D8C-F90FCE7DDCD3}"/>
    <dgm:cxn modelId="{E299F1E3-5B37-443B-8BD7-3AE593CFD2D7}" type="presOf" srcId="{70E2995D-DC05-435F-9565-3AB120B00838}" destId="{F3273CC8-F642-4976-AFBE-24741A0FDC73}" srcOrd="0" destOrd="0" presId="urn:microsoft.com/office/officeart/2005/8/layout/process1"/>
    <dgm:cxn modelId="{F003E6E5-3140-4598-B046-2171657A74C9}" type="presOf" srcId="{21809655-96C0-4C2D-A633-F104700A1C25}" destId="{0C4E04EE-3146-4014-B199-4029FD90665B}" srcOrd="1" destOrd="0" presId="urn:microsoft.com/office/officeart/2005/8/layout/process1"/>
    <dgm:cxn modelId="{A40FCEE6-540D-4F16-9238-332039CB8CED}" type="presOf" srcId="{C0D3A6EF-B47E-445A-8D8D-8B1A67D76FD6}" destId="{314F124B-8F19-47D4-B756-9A668FA802C1}" srcOrd="0" destOrd="0" presId="urn:microsoft.com/office/officeart/2005/8/layout/process1"/>
    <dgm:cxn modelId="{9B6B83E7-A257-468B-95BC-DACD0D4562CA}" type="presOf" srcId="{21809655-96C0-4C2D-A633-F104700A1C25}" destId="{9415952B-907E-49CD-9F17-B2CB546AD8EA}" srcOrd="0" destOrd="0" presId="urn:microsoft.com/office/officeart/2005/8/layout/process1"/>
    <dgm:cxn modelId="{E19847EC-9928-498C-B2C4-E21B509AFCEC}" srcId="{C0D3A6EF-B47E-445A-8D8D-8B1A67D76FD6}" destId="{1C31069A-E583-410C-B64B-BF0AEDF6ABA5}" srcOrd="4" destOrd="0" parTransId="{E36A9716-89B5-4D75-A3F1-92CB10640BEF}" sibTransId="{37AC9FFA-E604-42C4-910F-BF86ADB9293D}"/>
    <dgm:cxn modelId="{986F86F0-6BDC-4CAA-A005-A14A54F81C41}" type="presOf" srcId="{C3772763-8757-4234-8D8C-F90FCE7DDCD3}" destId="{1E493D22-4BF9-4DD6-B1A8-7BCDD5571BC6}" srcOrd="0" destOrd="0" presId="urn:microsoft.com/office/officeart/2005/8/layout/process1"/>
    <dgm:cxn modelId="{1E5459FD-4FD4-4313-83DB-7DC7ACDD5DE0}" srcId="{C0D3A6EF-B47E-445A-8D8D-8B1A67D76FD6}" destId="{F7D45EA3-3509-4436-9B79-57771FA913C3}" srcOrd="3" destOrd="0" parTransId="{C786CD7C-4ED7-4052-A100-544965876385}" sibTransId="{70E2995D-DC05-435F-9565-3AB120B00838}"/>
    <dgm:cxn modelId="{5085244E-6EBF-4F98-82C7-EB6943DE5495}" type="presParOf" srcId="{314F124B-8F19-47D4-B756-9A668FA802C1}" destId="{378D6B0D-79C4-40AD-A3AB-F5822CABE0FC}" srcOrd="0" destOrd="0" presId="urn:microsoft.com/office/officeart/2005/8/layout/process1"/>
    <dgm:cxn modelId="{C4D9400B-19A8-4F5D-8BB7-F166DDF799EF}" type="presParOf" srcId="{314F124B-8F19-47D4-B756-9A668FA802C1}" destId="{9415952B-907E-49CD-9F17-B2CB546AD8EA}" srcOrd="1" destOrd="0" presId="urn:microsoft.com/office/officeart/2005/8/layout/process1"/>
    <dgm:cxn modelId="{0F0C4064-D4F1-48FB-8543-56D4B4597026}" type="presParOf" srcId="{9415952B-907E-49CD-9F17-B2CB546AD8EA}" destId="{0C4E04EE-3146-4014-B199-4029FD90665B}" srcOrd="0" destOrd="0" presId="urn:microsoft.com/office/officeart/2005/8/layout/process1"/>
    <dgm:cxn modelId="{D3FBDB09-60C4-45CD-BDC0-070948CF31F9}" type="presParOf" srcId="{314F124B-8F19-47D4-B756-9A668FA802C1}" destId="{C2F1BC28-3470-4FBA-9042-355F9B02FF1C}" srcOrd="2" destOrd="0" presId="urn:microsoft.com/office/officeart/2005/8/layout/process1"/>
    <dgm:cxn modelId="{D20690A3-2640-44B0-95E2-9D00ADD94E23}" type="presParOf" srcId="{314F124B-8F19-47D4-B756-9A668FA802C1}" destId="{AFF25FFE-0853-4192-828A-F9B230D34B59}" srcOrd="3" destOrd="0" presId="urn:microsoft.com/office/officeart/2005/8/layout/process1"/>
    <dgm:cxn modelId="{FDCF4522-9381-49DD-B2AF-51843D57F272}" type="presParOf" srcId="{AFF25FFE-0853-4192-828A-F9B230D34B59}" destId="{1C8696E8-0A95-4F32-A5C0-C9928117386E}" srcOrd="0" destOrd="0" presId="urn:microsoft.com/office/officeart/2005/8/layout/process1"/>
    <dgm:cxn modelId="{F0F69640-600A-4B84-88F9-BEE0E8C4DCCF}" type="presParOf" srcId="{314F124B-8F19-47D4-B756-9A668FA802C1}" destId="{CC8F8333-62F7-4627-872E-CBBC62FA14E8}" srcOrd="4" destOrd="0" presId="urn:microsoft.com/office/officeart/2005/8/layout/process1"/>
    <dgm:cxn modelId="{EED78365-C57D-4D8C-8C66-E1670A3D7226}" type="presParOf" srcId="{314F124B-8F19-47D4-B756-9A668FA802C1}" destId="{1E493D22-4BF9-4DD6-B1A8-7BCDD5571BC6}" srcOrd="5" destOrd="0" presId="urn:microsoft.com/office/officeart/2005/8/layout/process1"/>
    <dgm:cxn modelId="{48337174-3CA5-4996-B94A-FC563340B1A6}" type="presParOf" srcId="{1E493D22-4BF9-4DD6-B1A8-7BCDD5571BC6}" destId="{8105D2FA-53C9-49CE-8EC3-49BEC48691A3}" srcOrd="0" destOrd="0" presId="urn:microsoft.com/office/officeart/2005/8/layout/process1"/>
    <dgm:cxn modelId="{C8CA18B3-12C0-43D4-B650-56F4B88D9FE8}" type="presParOf" srcId="{314F124B-8F19-47D4-B756-9A668FA802C1}" destId="{EA07A5C2-04A5-4651-807E-2BA6F695996D}" srcOrd="6" destOrd="0" presId="urn:microsoft.com/office/officeart/2005/8/layout/process1"/>
    <dgm:cxn modelId="{7BF3E10A-CDDD-49BB-A95F-881E5A418F39}" type="presParOf" srcId="{314F124B-8F19-47D4-B756-9A668FA802C1}" destId="{F3273CC8-F642-4976-AFBE-24741A0FDC73}" srcOrd="7" destOrd="0" presId="urn:microsoft.com/office/officeart/2005/8/layout/process1"/>
    <dgm:cxn modelId="{54C0F10A-1BED-4A57-82B3-E4D753F6DFF9}" type="presParOf" srcId="{F3273CC8-F642-4976-AFBE-24741A0FDC73}" destId="{79B637DD-F81C-4698-BC31-7006CC43A038}" srcOrd="0" destOrd="0" presId="urn:microsoft.com/office/officeart/2005/8/layout/process1"/>
    <dgm:cxn modelId="{59D64CE3-A9B7-4218-B0F9-5CC120DAD045}" type="presParOf" srcId="{314F124B-8F19-47D4-B756-9A668FA802C1}" destId="{8C09D0DB-09B8-42F8-99B6-0E39D38DD119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0F34A6-4309-4F43-96B1-E4687C964F3A}">
      <dsp:nvSpPr>
        <dsp:cNvPr id="0" name=""/>
        <dsp:cNvSpPr/>
      </dsp:nvSpPr>
      <dsp:spPr>
        <a:xfrm>
          <a:off x="0" y="635553"/>
          <a:ext cx="8128000" cy="103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88BF07-9D30-4793-8510-0012DC5C0FA5}">
      <dsp:nvSpPr>
        <dsp:cNvPr id="0" name=""/>
        <dsp:cNvSpPr/>
      </dsp:nvSpPr>
      <dsp:spPr>
        <a:xfrm>
          <a:off x="406400" y="30393"/>
          <a:ext cx="5689600" cy="1210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Pitfalls of data lakes</a:t>
          </a:r>
        </a:p>
      </dsp:txBody>
      <dsp:txXfrm>
        <a:off x="465483" y="89476"/>
        <a:ext cx="5571434" cy="1092154"/>
      </dsp:txXfrm>
    </dsp:sp>
    <dsp:sp modelId="{974BFDF8-A982-4D45-8996-8F757DE80C10}">
      <dsp:nvSpPr>
        <dsp:cNvPr id="0" name=""/>
        <dsp:cNvSpPr/>
      </dsp:nvSpPr>
      <dsp:spPr>
        <a:xfrm>
          <a:off x="0" y="2495313"/>
          <a:ext cx="8128000" cy="103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595205-0FE3-4229-9935-21B30F27F23F}">
      <dsp:nvSpPr>
        <dsp:cNvPr id="0" name=""/>
        <dsp:cNvSpPr/>
      </dsp:nvSpPr>
      <dsp:spPr>
        <a:xfrm>
          <a:off x="406400" y="1890153"/>
          <a:ext cx="5689600" cy="1210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Lakehouse Architecture</a:t>
          </a:r>
        </a:p>
      </dsp:txBody>
      <dsp:txXfrm>
        <a:off x="465483" y="1949236"/>
        <a:ext cx="5571434" cy="1092154"/>
      </dsp:txXfrm>
    </dsp:sp>
    <dsp:sp modelId="{389C2A41-4EC1-45A8-ADEF-72819DE5D6A4}">
      <dsp:nvSpPr>
        <dsp:cNvPr id="0" name=""/>
        <dsp:cNvSpPr/>
      </dsp:nvSpPr>
      <dsp:spPr>
        <a:xfrm>
          <a:off x="0" y="4355073"/>
          <a:ext cx="8128000" cy="103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80D06C-DA92-4DBA-A7DF-3695E3B2943E}">
      <dsp:nvSpPr>
        <dsp:cNvPr id="0" name=""/>
        <dsp:cNvSpPr/>
      </dsp:nvSpPr>
      <dsp:spPr>
        <a:xfrm>
          <a:off x="406400" y="3749913"/>
          <a:ext cx="5689600" cy="1210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Delta lake capabilities</a:t>
          </a:r>
        </a:p>
      </dsp:txBody>
      <dsp:txXfrm>
        <a:off x="465483" y="3808996"/>
        <a:ext cx="5571434" cy="10921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8D6B0D-79C4-40AD-A3AB-F5822CABE0FC}">
      <dsp:nvSpPr>
        <dsp:cNvPr id="0" name=""/>
        <dsp:cNvSpPr/>
      </dsp:nvSpPr>
      <dsp:spPr>
        <a:xfrm>
          <a:off x="19464" y="2454327"/>
          <a:ext cx="1591716" cy="9550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External data</a:t>
          </a:r>
        </a:p>
      </dsp:txBody>
      <dsp:txXfrm>
        <a:off x="47436" y="2482299"/>
        <a:ext cx="1535772" cy="899086"/>
      </dsp:txXfrm>
    </dsp:sp>
    <dsp:sp modelId="{9415952B-907E-49CD-9F17-B2CB546AD8EA}">
      <dsp:nvSpPr>
        <dsp:cNvPr id="0" name=""/>
        <dsp:cNvSpPr/>
      </dsp:nvSpPr>
      <dsp:spPr>
        <a:xfrm rot="20597198">
          <a:off x="1716500" y="2446605"/>
          <a:ext cx="709017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10800000">
        <a:off x="1719001" y="2542582"/>
        <a:ext cx="590594" cy="236847"/>
      </dsp:txXfrm>
    </dsp:sp>
    <dsp:sp modelId="{C2F1BC28-3470-4FBA-9042-355F9B02FF1C}">
      <dsp:nvSpPr>
        <dsp:cNvPr id="0" name=""/>
        <dsp:cNvSpPr/>
      </dsp:nvSpPr>
      <dsp:spPr>
        <a:xfrm>
          <a:off x="0" y="844385"/>
          <a:ext cx="1591716" cy="9550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Operational data</a:t>
          </a:r>
        </a:p>
      </dsp:txBody>
      <dsp:txXfrm>
        <a:off x="27972" y="872357"/>
        <a:ext cx="1535772" cy="899086"/>
      </dsp:txXfrm>
    </dsp:sp>
    <dsp:sp modelId="{AFF25FFE-0853-4192-828A-F9B230D34B59}">
      <dsp:nvSpPr>
        <dsp:cNvPr id="0" name=""/>
        <dsp:cNvSpPr/>
      </dsp:nvSpPr>
      <dsp:spPr>
        <a:xfrm rot="1069319">
          <a:off x="1632589" y="1442720"/>
          <a:ext cx="798969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1635430" y="1503547"/>
        <a:ext cx="680546" cy="236847"/>
      </dsp:txXfrm>
    </dsp:sp>
    <dsp:sp modelId="{CC8F8333-62F7-4627-872E-CBBC62FA14E8}">
      <dsp:nvSpPr>
        <dsp:cNvPr id="0" name=""/>
        <dsp:cNvSpPr/>
      </dsp:nvSpPr>
      <dsp:spPr>
        <a:xfrm>
          <a:off x="2551881" y="1664785"/>
          <a:ext cx="1591716" cy="9550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ETL</a:t>
          </a:r>
        </a:p>
      </dsp:txBody>
      <dsp:txXfrm>
        <a:off x="2579853" y="1692757"/>
        <a:ext cx="1535772" cy="899086"/>
      </dsp:txXfrm>
    </dsp:sp>
    <dsp:sp modelId="{1E493D22-4BF9-4DD6-B1A8-7BCDD5571BC6}">
      <dsp:nvSpPr>
        <dsp:cNvPr id="0" name=""/>
        <dsp:cNvSpPr/>
      </dsp:nvSpPr>
      <dsp:spPr>
        <a:xfrm rot="87028">
          <a:off x="4200575" y="1961901"/>
          <a:ext cx="413096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4200594" y="2039351"/>
        <a:ext cx="294673" cy="236847"/>
      </dsp:txXfrm>
    </dsp:sp>
    <dsp:sp modelId="{EA07A5C2-04A5-4651-807E-2BA6F695996D}">
      <dsp:nvSpPr>
        <dsp:cNvPr id="0" name=""/>
        <dsp:cNvSpPr/>
      </dsp:nvSpPr>
      <dsp:spPr>
        <a:xfrm>
          <a:off x="4922775" y="1724818"/>
          <a:ext cx="1591716" cy="9550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Data Warehouse</a:t>
          </a:r>
        </a:p>
      </dsp:txBody>
      <dsp:txXfrm>
        <a:off x="4950747" y="1752790"/>
        <a:ext cx="1535772" cy="899086"/>
      </dsp:txXfrm>
    </dsp:sp>
    <dsp:sp modelId="{F3273CC8-F642-4976-AFBE-24741A0FDC73}">
      <dsp:nvSpPr>
        <dsp:cNvPr id="0" name=""/>
        <dsp:cNvSpPr/>
      </dsp:nvSpPr>
      <dsp:spPr>
        <a:xfrm rot="21565157">
          <a:off x="6814972" y="1990619"/>
          <a:ext cx="637084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814975" y="2070168"/>
        <a:ext cx="518661" cy="236847"/>
      </dsp:txXfrm>
    </dsp:sp>
    <dsp:sp modelId="{8C09D0DB-09B8-42F8-99B6-0E39D38DD119}">
      <dsp:nvSpPr>
        <dsp:cNvPr id="0" name=""/>
        <dsp:cNvSpPr/>
      </dsp:nvSpPr>
      <dsp:spPr>
        <a:xfrm>
          <a:off x="7716477" y="1696501"/>
          <a:ext cx="1591716" cy="9550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Data consumers</a:t>
          </a:r>
        </a:p>
      </dsp:txBody>
      <dsp:txXfrm>
        <a:off x="7744449" y="1724473"/>
        <a:ext cx="1535772" cy="8990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9F2E4-1FEB-53C0-2145-9EFC07B37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A2CA8-C6F9-9F60-CF05-208DD68B4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53CFC-6DDE-2E83-F538-1308929E8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6E100-F5D1-4F22-96FC-9F3301E32DC8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27B2F-06CE-5D5A-BB08-8C59EF032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5F20B-887C-D20F-2F51-F810162B3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6FF1-ACED-491E-9916-868A059A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55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B4405-3C0C-11CF-D109-2714E5F66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02DDF-6C83-990A-9F20-3E4C75698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CDBAE-C7CF-399E-1DA3-A1328CBFB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6E100-F5D1-4F22-96FC-9F3301E32DC8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15CA5-4F42-C852-5D5C-E3A1FD494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9D6A-0737-2346-CBA8-7F7AAF18C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6FF1-ACED-491E-9916-868A059A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74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4E5EA-80A7-775F-42D1-4302739FF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A76372-C094-6E33-2BE4-79A027435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A086A-5B58-0BB1-3BA0-9B297C485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6E100-F5D1-4F22-96FC-9F3301E32DC8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1E70D-72AE-CCF2-39E9-621FE00B0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DFBC3-9448-E6FC-A83A-6C0A8EF57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6FF1-ACED-491E-9916-868A059A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E661-2F29-E58C-74FC-2E2F10F6C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07E97-323E-356C-D630-28A2850402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58357B-9F9E-6F56-7E4C-AA8DA80F0F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C27C05-7520-5B42-BA95-77897D546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6E100-F5D1-4F22-96FC-9F3301E32DC8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BCB52-21E4-F3A8-1618-4D7AABC3B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AD6E2-AF53-BFC6-1AD5-4CDDD98F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6FF1-ACED-491E-9916-868A059A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41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4A598-6255-966E-AAE5-3F5DCF808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3CD90-FB26-3EF6-158A-B773AE0AC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BE9455-61FB-5780-FF6F-17ED5836E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4884A3-9A66-7312-D55D-95407F5800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B8B4DD-32F9-3224-A65A-D9AA7EB0E4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C198FC-D188-38A4-4840-9E6716FF0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6E100-F5D1-4F22-96FC-9F3301E32DC8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30D924-9CFF-D936-C8F6-436B91D84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85238E-F460-EAB6-4D67-E2CAD2AE7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6FF1-ACED-491E-9916-868A059A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22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69EF4-867F-F84C-14AA-A31F5489B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6D030-243B-2BB6-011F-779F0D278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6E100-F5D1-4F22-96FC-9F3301E32DC8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6A0BD3-6339-121A-F955-1E9220636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AB56-FAC8-4946-EA40-22F8F3B57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6FF1-ACED-491E-9916-868A059A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68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0D439C-B49A-B4E6-5878-E88B355CB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6E100-F5D1-4F22-96FC-9F3301E32DC8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69C6CB-64F4-128C-DDCD-91390A579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C5136-AC9D-3843-3531-F08010F12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6FF1-ACED-491E-9916-868A059A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936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9891A-C541-8168-77CA-0F8FD8263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CD1B9-2553-E15B-D16E-D7E7889DC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388B26-ACF6-E179-1477-349575DC4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C1177-97B9-B363-E074-1D01CD48C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6E100-F5D1-4F22-96FC-9F3301E32DC8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1099BE-ECF3-7B7F-4259-F19966599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420912-7E9F-E8E1-9E4E-E693E505D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6FF1-ACED-491E-9916-868A059A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70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DBFC0-594E-B6F1-317B-5AD3AD887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1A148D-9B7F-99E2-D490-798DE39AF0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72BB4-3D4A-D702-367F-85C2CB21F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851A61-027C-7450-C847-1B00FFD18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6E100-F5D1-4F22-96FC-9F3301E32DC8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F27F8-9D08-B5B4-4145-BE1DC99C5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F6E62-5CC1-EAAD-E826-4779BDD4F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6FF1-ACED-491E-9916-868A059A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46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067F1-2C69-1C26-CD1B-8F7AC94D5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6166A8-E244-3D92-94DB-239ACCAD26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3B6E2-8058-9135-2280-187A104DB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6E100-F5D1-4F22-96FC-9F3301E32DC8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EAD9A-0268-3356-AF85-7018C308E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AEFEB-2D52-894A-EDEE-00EB848FE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6FF1-ACED-491E-9916-868A059A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50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AE80B4-F7CF-C2AC-FAD1-605F04E4CF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78BD7-7FD5-513D-4617-4FFA5BB14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0D110-F405-93E2-ACEA-E6678B31F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6E100-F5D1-4F22-96FC-9F3301E32DC8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8EBD7-B6AA-B84F-162C-6B665AE6B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AE625-92A7-C67B-5C01-963F349F3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6FF1-ACED-491E-9916-868A059A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487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0FF671-078E-734B-0473-047CFC38A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1AF1B-C14B-F713-E62E-A72CD8E4D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8F6F9-7173-6C8A-8877-5BFF985642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6E100-F5D1-4F22-96FC-9F3301E32DC8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D04D2-B686-D8A8-4506-FD249D84FD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9A7C6-F591-6A21-AEE2-2E613F79D5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E26FF1-ACED-491E-9916-868A059A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50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F74B1-B6A0-2474-8C40-E40304E4D6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Delta lakes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B8BE04-0900-8B08-4412-A552CB7328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104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35DD4DA-FDE6-DE2E-6C0F-F5ABF60F7C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551775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8564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B46AB-AD93-D30D-B14D-60EE3FE9F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EAE1C-C2C8-0E6B-E1A2-8681CEFF6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Delta lakes run on the top of data lake and they are fully compatible with Apache spark API’s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771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F5EFC-BBE5-DC50-DCAC-2BC555930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warehouse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3C7D77A-A479-FBDB-7954-42891AD737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12838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4866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0CAF6-757E-E650-40FE-64C90586A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DCB7B-FE95-8CC6-B157-0964B1BED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increased tremendously after 2000.</a:t>
            </a:r>
          </a:p>
          <a:p>
            <a:r>
              <a:rPr lang="en-US" dirty="0"/>
              <a:t>Wearhouse is not supporting Unstructured data</a:t>
            </a:r>
          </a:p>
          <a:p>
            <a:r>
              <a:rPr lang="en-US" dirty="0"/>
              <a:t>Data had to be authenticated first and then deploy in production which took long ingestion time.</a:t>
            </a:r>
          </a:p>
          <a:p>
            <a:r>
              <a:rPr lang="en-US" dirty="0"/>
              <a:t>Proprietary of data formats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436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87C1E-573A-6AD7-2ABF-B00D21954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lake architecture and Pitfalls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2773B-8CEC-1769-3180-EEA2AD93C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dirty="0"/>
              <a:t>No support for ACID transaction</a:t>
            </a:r>
          </a:p>
          <a:p>
            <a:r>
              <a:rPr lang="en-US" dirty="0"/>
              <a:t>Failed jobs leave partial files</a:t>
            </a:r>
          </a:p>
          <a:p>
            <a:r>
              <a:rPr lang="en-US" dirty="0"/>
              <a:t>Inconsistent reads</a:t>
            </a:r>
          </a:p>
          <a:p>
            <a:r>
              <a:rPr lang="en-US" dirty="0"/>
              <a:t>Unable to handle correlations to data</a:t>
            </a:r>
          </a:p>
          <a:p>
            <a:r>
              <a:rPr lang="en-US" dirty="0"/>
              <a:t> Unable to rollback any data</a:t>
            </a:r>
          </a:p>
          <a:p>
            <a:r>
              <a:rPr lang="en-US" dirty="0"/>
              <a:t>Lack of ability to remove any data </a:t>
            </a:r>
          </a:p>
          <a:p>
            <a:r>
              <a:rPr lang="en-US" dirty="0"/>
              <a:t>No history or versioning </a:t>
            </a:r>
          </a:p>
          <a:p>
            <a:r>
              <a:rPr lang="en-US" dirty="0"/>
              <a:t>Poor performance</a:t>
            </a:r>
          </a:p>
          <a:p>
            <a:r>
              <a:rPr lang="en-US" dirty="0"/>
              <a:t>Poor BI support</a:t>
            </a:r>
          </a:p>
          <a:p>
            <a:r>
              <a:rPr lang="en-US" dirty="0"/>
              <a:t>Complex set up</a:t>
            </a:r>
          </a:p>
          <a:p>
            <a:r>
              <a:rPr lang="en-US" dirty="0"/>
              <a:t>Lambda architecture for streaming workload</a:t>
            </a:r>
          </a:p>
        </p:txBody>
      </p:sp>
    </p:spTree>
    <p:extLst>
      <p:ext uri="{BB962C8B-B14F-4D97-AF65-F5344CB8AC3E}">
        <p14:creationId xmlns:p14="http://schemas.microsoft.com/office/powerpoint/2010/main" val="1805652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9F27A-233B-6BEF-6F9F-31754ADC6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Lake House Architecture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28E25-96B0-D052-F088-EC74F703B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Delta lake is with ACID architecture</a:t>
            </a:r>
          </a:p>
          <a:p>
            <a:r>
              <a:rPr lang="en-US" dirty="0"/>
              <a:t>Handles all types of data</a:t>
            </a:r>
          </a:p>
          <a:p>
            <a:r>
              <a:rPr lang="en-US" dirty="0"/>
              <a:t>Cheap cloud object storage</a:t>
            </a:r>
          </a:p>
          <a:p>
            <a:r>
              <a:rPr lang="en-US" dirty="0"/>
              <a:t>Uses open source format and uses parquet files</a:t>
            </a:r>
          </a:p>
          <a:p>
            <a:r>
              <a:rPr lang="en-US" dirty="0"/>
              <a:t>Supports all types of workload</a:t>
            </a:r>
          </a:p>
          <a:p>
            <a:r>
              <a:rPr lang="en-US" dirty="0"/>
              <a:t>Provides ability to use BI tools directly</a:t>
            </a:r>
          </a:p>
          <a:p>
            <a:r>
              <a:rPr lang="en-US" dirty="0"/>
              <a:t>Can maintain history &amp; version</a:t>
            </a:r>
          </a:p>
          <a:p>
            <a:r>
              <a:rPr lang="en-US" dirty="0"/>
              <a:t>Better performance</a:t>
            </a:r>
          </a:p>
          <a:p>
            <a:r>
              <a:rPr lang="en-US" dirty="0"/>
              <a:t>Simple Architecture.</a:t>
            </a:r>
          </a:p>
        </p:txBody>
      </p:sp>
    </p:spTree>
    <p:extLst>
      <p:ext uri="{BB962C8B-B14F-4D97-AF65-F5344CB8AC3E}">
        <p14:creationId xmlns:p14="http://schemas.microsoft.com/office/powerpoint/2010/main" val="2551002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FF8AD-FBB9-4AFF-3378-23EFD09FE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F7E3A-F72E-83B3-945F-776D318CB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414308"/>
          </a:xfrm>
        </p:spPr>
        <p:txBody>
          <a:bodyPr/>
          <a:lstStyle/>
          <a:p>
            <a:r>
              <a:rPr lang="en-US" dirty="0"/>
              <a:t>Stores the data in parquet files</a:t>
            </a:r>
          </a:p>
          <a:p>
            <a:r>
              <a:rPr lang="en-US" dirty="0"/>
              <a:t>While storing parquet delta lake create the transaction log</a:t>
            </a:r>
          </a:p>
          <a:p>
            <a:r>
              <a:rPr lang="en-US" dirty="0"/>
              <a:t>Delta engine and spark</a:t>
            </a:r>
          </a:p>
          <a:p>
            <a:r>
              <a:rPr lang="en-US" dirty="0"/>
              <a:t>Delta table</a:t>
            </a:r>
          </a:p>
          <a:p>
            <a:r>
              <a:rPr lang="en-US" dirty="0"/>
              <a:t>Spark workload like SQL, ML/AI, Streaming</a:t>
            </a:r>
          </a:p>
          <a:p>
            <a:r>
              <a:rPr lang="en-US" dirty="0"/>
              <a:t>Power BI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E32D90-1942-3DAB-4B82-EEA79FD55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060" y="2083128"/>
            <a:ext cx="4865569" cy="391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350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47787-C7B3-EE15-C7C1-D559EA9A0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01697-161D-0919-EB34-AEF7D46C8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900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209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Delta lakes</vt:lpstr>
      <vt:lpstr>PowerPoint Presentation</vt:lpstr>
      <vt:lpstr>PowerPoint Presentation</vt:lpstr>
      <vt:lpstr>Data warehouse</vt:lpstr>
      <vt:lpstr>Challenges </vt:lpstr>
      <vt:lpstr>Data lake architecture and Pitfalls</vt:lpstr>
      <vt:lpstr>Lake House Architecture benefits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Amrita Helwade</dc:creator>
  <cp:lastModifiedBy>Amrita Helwade</cp:lastModifiedBy>
  <cp:revision>2</cp:revision>
  <dcterms:created xsi:type="dcterms:W3CDTF">2024-09-30T11:40:38Z</dcterms:created>
  <dcterms:modified xsi:type="dcterms:W3CDTF">2024-10-03T13:09:56Z</dcterms:modified>
</cp:coreProperties>
</file>