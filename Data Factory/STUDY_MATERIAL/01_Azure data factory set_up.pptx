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4" r:id="rId10"/>
    <p:sldId id="262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77893D-0CFB-4294-84DE-3D73707BC8F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DACCD9-A12B-4285-8EC0-968A7B6E3D0E}">
      <dgm:prSet phldrT="[Text]"/>
      <dgm:spPr/>
      <dgm:t>
        <a:bodyPr/>
        <a:lstStyle/>
        <a:p>
          <a:r>
            <a:rPr lang="en-US" dirty="0"/>
            <a:t>Pipelines</a:t>
          </a:r>
        </a:p>
      </dgm:t>
    </dgm:pt>
    <dgm:pt modelId="{51706380-D1ED-41C8-99CC-02E677BC3EDE}" type="parTrans" cxnId="{B6235071-036D-4F60-933C-EC2A81062D25}">
      <dgm:prSet/>
      <dgm:spPr/>
      <dgm:t>
        <a:bodyPr/>
        <a:lstStyle/>
        <a:p>
          <a:endParaRPr lang="en-US"/>
        </a:p>
      </dgm:t>
    </dgm:pt>
    <dgm:pt modelId="{E9C28CDC-8AE8-48CF-97BB-09EAC32FECAF}" type="sibTrans" cxnId="{B6235071-036D-4F60-933C-EC2A81062D25}">
      <dgm:prSet/>
      <dgm:spPr/>
      <dgm:t>
        <a:bodyPr/>
        <a:lstStyle/>
        <a:p>
          <a:endParaRPr lang="en-US"/>
        </a:p>
      </dgm:t>
    </dgm:pt>
    <dgm:pt modelId="{9DE89FD0-23E8-47DD-B83E-E93BCB60FFB8}">
      <dgm:prSet phldrT="[Text]"/>
      <dgm:spPr/>
      <dgm:t>
        <a:bodyPr/>
        <a:lstStyle/>
        <a:p>
          <a:r>
            <a:rPr lang="en-US" dirty="0"/>
            <a:t>activities</a:t>
          </a:r>
        </a:p>
      </dgm:t>
    </dgm:pt>
    <dgm:pt modelId="{7C4D16B3-46C1-4494-846F-4DC4E019F07F}" type="parTrans" cxnId="{AB68AC90-A744-4DFD-B964-F5D96E8D84E6}">
      <dgm:prSet/>
      <dgm:spPr/>
      <dgm:t>
        <a:bodyPr/>
        <a:lstStyle/>
        <a:p>
          <a:endParaRPr lang="en-US"/>
        </a:p>
      </dgm:t>
    </dgm:pt>
    <dgm:pt modelId="{643935BB-1BD5-4AD7-B2CB-80BD309454E2}" type="sibTrans" cxnId="{AB68AC90-A744-4DFD-B964-F5D96E8D84E6}">
      <dgm:prSet/>
      <dgm:spPr/>
      <dgm:t>
        <a:bodyPr/>
        <a:lstStyle/>
        <a:p>
          <a:endParaRPr lang="en-US"/>
        </a:p>
      </dgm:t>
    </dgm:pt>
    <dgm:pt modelId="{E93C755A-15D0-4CFA-A325-09777BC92A30}">
      <dgm:prSet phldrT="[Text]"/>
      <dgm:spPr/>
      <dgm:t>
        <a:bodyPr/>
        <a:lstStyle/>
        <a:p>
          <a:r>
            <a:rPr lang="en-US" dirty="0"/>
            <a:t>datasets</a:t>
          </a:r>
        </a:p>
      </dgm:t>
    </dgm:pt>
    <dgm:pt modelId="{FE0A7682-B132-405F-B4E4-429154EBB445}" type="parTrans" cxnId="{7819DE80-4FCB-4112-ACCF-E061052DB755}">
      <dgm:prSet/>
      <dgm:spPr/>
      <dgm:t>
        <a:bodyPr/>
        <a:lstStyle/>
        <a:p>
          <a:endParaRPr lang="en-US"/>
        </a:p>
      </dgm:t>
    </dgm:pt>
    <dgm:pt modelId="{459A66EA-DFAA-4891-BB31-CCC2BDFB694B}" type="sibTrans" cxnId="{7819DE80-4FCB-4112-ACCF-E061052DB755}">
      <dgm:prSet/>
      <dgm:spPr/>
      <dgm:t>
        <a:bodyPr/>
        <a:lstStyle/>
        <a:p>
          <a:endParaRPr lang="en-US"/>
        </a:p>
      </dgm:t>
    </dgm:pt>
    <dgm:pt modelId="{C9E4C462-E336-40DC-8939-14A510626616}">
      <dgm:prSet phldrT="[Text]"/>
      <dgm:spPr/>
      <dgm:t>
        <a:bodyPr/>
        <a:lstStyle/>
        <a:p>
          <a:r>
            <a:rPr lang="en-US" dirty="0"/>
            <a:t>Linked devices</a:t>
          </a:r>
        </a:p>
      </dgm:t>
    </dgm:pt>
    <dgm:pt modelId="{8295C6C7-5AB5-4724-B8A9-3BEFDE0B7FA1}" type="parTrans" cxnId="{9077BC1D-AB7D-4C4E-A9FE-92D2DF7EFFBF}">
      <dgm:prSet/>
      <dgm:spPr/>
      <dgm:t>
        <a:bodyPr/>
        <a:lstStyle/>
        <a:p>
          <a:endParaRPr lang="en-US"/>
        </a:p>
      </dgm:t>
    </dgm:pt>
    <dgm:pt modelId="{F455B7DA-831B-4F53-ABDF-9EE8FF0EAA6F}" type="sibTrans" cxnId="{9077BC1D-AB7D-4C4E-A9FE-92D2DF7EFFBF}">
      <dgm:prSet/>
      <dgm:spPr/>
      <dgm:t>
        <a:bodyPr/>
        <a:lstStyle/>
        <a:p>
          <a:endParaRPr lang="en-US"/>
        </a:p>
      </dgm:t>
    </dgm:pt>
    <dgm:pt modelId="{05947D74-4A31-4BD1-8AD4-CB6BA1092C94}">
      <dgm:prSet phldrT="[Text]"/>
      <dgm:spPr/>
      <dgm:t>
        <a:bodyPr/>
        <a:lstStyle/>
        <a:p>
          <a:r>
            <a:rPr lang="en-US" dirty="0"/>
            <a:t>Triggers</a:t>
          </a:r>
        </a:p>
      </dgm:t>
    </dgm:pt>
    <dgm:pt modelId="{03A49711-3772-4881-A635-D24EFD6ECB96}" type="parTrans" cxnId="{BE4F0B82-D11A-4B76-8021-C357CF93CBD1}">
      <dgm:prSet/>
      <dgm:spPr/>
      <dgm:t>
        <a:bodyPr/>
        <a:lstStyle/>
        <a:p>
          <a:endParaRPr lang="en-US"/>
        </a:p>
      </dgm:t>
    </dgm:pt>
    <dgm:pt modelId="{183025A5-2EE8-42F4-A05D-F75F1A16EB2E}" type="sibTrans" cxnId="{BE4F0B82-D11A-4B76-8021-C357CF93CBD1}">
      <dgm:prSet/>
      <dgm:spPr/>
      <dgm:t>
        <a:bodyPr/>
        <a:lstStyle/>
        <a:p>
          <a:endParaRPr lang="en-US"/>
        </a:p>
      </dgm:t>
    </dgm:pt>
    <dgm:pt modelId="{EEAA5F51-9B11-477C-96B2-E468363B0E46}">
      <dgm:prSet/>
      <dgm:spPr/>
      <dgm:t>
        <a:bodyPr/>
        <a:lstStyle/>
        <a:p>
          <a:r>
            <a:rPr lang="en-US" dirty="0"/>
            <a:t>Interconnecting above </a:t>
          </a:r>
          <a:r>
            <a:rPr lang="en-US" dirty="0" err="1"/>
            <a:t>componenet</a:t>
          </a:r>
          <a:endParaRPr lang="en-US" dirty="0"/>
        </a:p>
      </dgm:t>
    </dgm:pt>
    <dgm:pt modelId="{3631381F-BCED-4077-9E34-A437BC96041F}" type="parTrans" cxnId="{232CBE54-F365-47C9-BB91-A6CFC24A6FA4}">
      <dgm:prSet/>
      <dgm:spPr/>
      <dgm:t>
        <a:bodyPr/>
        <a:lstStyle/>
        <a:p>
          <a:endParaRPr lang="en-US"/>
        </a:p>
      </dgm:t>
    </dgm:pt>
    <dgm:pt modelId="{4BC94247-5230-4754-93D2-53699588B0AA}" type="sibTrans" cxnId="{232CBE54-F365-47C9-BB91-A6CFC24A6FA4}">
      <dgm:prSet/>
      <dgm:spPr/>
      <dgm:t>
        <a:bodyPr/>
        <a:lstStyle/>
        <a:p>
          <a:endParaRPr lang="en-US"/>
        </a:p>
      </dgm:t>
    </dgm:pt>
    <dgm:pt modelId="{0F7678EA-1376-4A20-A0AB-69141351DA82}" type="pres">
      <dgm:prSet presAssocID="{F377893D-0CFB-4294-84DE-3D73707BC8FC}" presName="diagram" presStyleCnt="0">
        <dgm:presLayoutVars>
          <dgm:dir/>
          <dgm:resizeHandles val="exact"/>
        </dgm:presLayoutVars>
      </dgm:prSet>
      <dgm:spPr/>
    </dgm:pt>
    <dgm:pt modelId="{5C8FB6E1-35F1-4158-AF72-0CAF91810117}" type="pres">
      <dgm:prSet presAssocID="{95DACCD9-A12B-4285-8EC0-968A7B6E3D0E}" presName="node" presStyleLbl="node1" presStyleIdx="0" presStyleCnt="6">
        <dgm:presLayoutVars>
          <dgm:bulletEnabled val="1"/>
        </dgm:presLayoutVars>
      </dgm:prSet>
      <dgm:spPr/>
    </dgm:pt>
    <dgm:pt modelId="{87F0D788-7E7C-4B60-80F6-BABD11A642C6}" type="pres">
      <dgm:prSet presAssocID="{E9C28CDC-8AE8-48CF-97BB-09EAC32FECAF}" presName="sibTrans" presStyleCnt="0"/>
      <dgm:spPr/>
    </dgm:pt>
    <dgm:pt modelId="{BE46569A-BC7B-4F3B-9A48-D1323636895C}" type="pres">
      <dgm:prSet presAssocID="{9DE89FD0-23E8-47DD-B83E-E93BCB60FFB8}" presName="node" presStyleLbl="node1" presStyleIdx="1" presStyleCnt="6">
        <dgm:presLayoutVars>
          <dgm:bulletEnabled val="1"/>
        </dgm:presLayoutVars>
      </dgm:prSet>
      <dgm:spPr/>
    </dgm:pt>
    <dgm:pt modelId="{CB0D55E0-B5AA-4A45-8C8B-EE6DAFF71468}" type="pres">
      <dgm:prSet presAssocID="{643935BB-1BD5-4AD7-B2CB-80BD309454E2}" presName="sibTrans" presStyleCnt="0"/>
      <dgm:spPr/>
    </dgm:pt>
    <dgm:pt modelId="{97C33C3F-624C-424A-A815-E90CA5D76331}" type="pres">
      <dgm:prSet presAssocID="{E93C755A-15D0-4CFA-A325-09777BC92A30}" presName="node" presStyleLbl="node1" presStyleIdx="2" presStyleCnt="6">
        <dgm:presLayoutVars>
          <dgm:bulletEnabled val="1"/>
        </dgm:presLayoutVars>
      </dgm:prSet>
      <dgm:spPr/>
    </dgm:pt>
    <dgm:pt modelId="{57173E50-23D9-4821-8257-47C99F08CE9E}" type="pres">
      <dgm:prSet presAssocID="{459A66EA-DFAA-4891-BB31-CCC2BDFB694B}" presName="sibTrans" presStyleCnt="0"/>
      <dgm:spPr/>
    </dgm:pt>
    <dgm:pt modelId="{B8AA749F-A95A-493B-A6A9-8AF39AC8D31C}" type="pres">
      <dgm:prSet presAssocID="{C9E4C462-E336-40DC-8939-14A510626616}" presName="node" presStyleLbl="node1" presStyleIdx="3" presStyleCnt="6">
        <dgm:presLayoutVars>
          <dgm:bulletEnabled val="1"/>
        </dgm:presLayoutVars>
      </dgm:prSet>
      <dgm:spPr/>
    </dgm:pt>
    <dgm:pt modelId="{76B6047D-9004-4664-B6EF-68669D91FFD2}" type="pres">
      <dgm:prSet presAssocID="{F455B7DA-831B-4F53-ABDF-9EE8FF0EAA6F}" presName="sibTrans" presStyleCnt="0"/>
      <dgm:spPr/>
    </dgm:pt>
    <dgm:pt modelId="{588AC4A9-7D6B-4F3E-A271-B5511431FF9A}" type="pres">
      <dgm:prSet presAssocID="{05947D74-4A31-4BD1-8AD4-CB6BA1092C94}" presName="node" presStyleLbl="node1" presStyleIdx="4" presStyleCnt="6">
        <dgm:presLayoutVars>
          <dgm:bulletEnabled val="1"/>
        </dgm:presLayoutVars>
      </dgm:prSet>
      <dgm:spPr/>
    </dgm:pt>
    <dgm:pt modelId="{2F7334B9-5A20-4E44-ACFB-0343F9F157A6}" type="pres">
      <dgm:prSet presAssocID="{183025A5-2EE8-42F4-A05D-F75F1A16EB2E}" presName="sibTrans" presStyleCnt="0"/>
      <dgm:spPr/>
    </dgm:pt>
    <dgm:pt modelId="{2808561A-EE0C-4DFE-91C1-CA049AAA7728}" type="pres">
      <dgm:prSet presAssocID="{EEAA5F51-9B11-477C-96B2-E468363B0E46}" presName="node" presStyleLbl="node1" presStyleIdx="5" presStyleCnt="6">
        <dgm:presLayoutVars>
          <dgm:bulletEnabled val="1"/>
        </dgm:presLayoutVars>
      </dgm:prSet>
      <dgm:spPr/>
    </dgm:pt>
  </dgm:ptLst>
  <dgm:cxnLst>
    <dgm:cxn modelId="{F93DE602-D49A-4668-9067-AC5BC2F65644}" type="presOf" srcId="{F377893D-0CFB-4294-84DE-3D73707BC8FC}" destId="{0F7678EA-1376-4A20-A0AB-69141351DA82}" srcOrd="0" destOrd="0" presId="urn:microsoft.com/office/officeart/2005/8/layout/default"/>
    <dgm:cxn modelId="{9077BC1D-AB7D-4C4E-A9FE-92D2DF7EFFBF}" srcId="{F377893D-0CFB-4294-84DE-3D73707BC8FC}" destId="{C9E4C462-E336-40DC-8939-14A510626616}" srcOrd="3" destOrd="0" parTransId="{8295C6C7-5AB5-4724-B8A9-3BEFDE0B7FA1}" sibTransId="{F455B7DA-831B-4F53-ABDF-9EE8FF0EAA6F}"/>
    <dgm:cxn modelId="{38EE642C-132D-4050-8871-D072CEF56A45}" type="presOf" srcId="{05947D74-4A31-4BD1-8AD4-CB6BA1092C94}" destId="{588AC4A9-7D6B-4F3E-A271-B5511431FF9A}" srcOrd="0" destOrd="0" presId="urn:microsoft.com/office/officeart/2005/8/layout/default"/>
    <dgm:cxn modelId="{AC57BF70-A5F5-4122-A203-AF612036CDE9}" type="presOf" srcId="{EEAA5F51-9B11-477C-96B2-E468363B0E46}" destId="{2808561A-EE0C-4DFE-91C1-CA049AAA7728}" srcOrd="0" destOrd="0" presId="urn:microsoft.com/office/officeart/2005/8/layout/default"/>
    <dgm:cxn modelId="{B6235071-036D-4F60-933C-EC2A81062D25}" srcId="{F377893D-0CFB-4294-84DE-3D73707BC8FC}" destId="{95DACCD9-A12B-4285-8EC0-968A7B6E3D0E}" srcOrd="0" destOrd="0" parTransId="{51706380-D1ED-41C8-99CC-02E677BC3EDE}" sibTransId="{E9C28CDC-8AE8-48CF-97BB-09EAC32FECAF}"/>
    <dgm:cxn modelId="{232CBE54-F365-47C9-BB91-A6CFC24A6FA4}" srcId="{F377893D-0CFB-4294-84DE-3D73707BC8FC}" destId="{EEAA5F51-9B11-477C-96B2-E468363B0E46}" srcOrd="5" destOrd="0" parTransId="{3631381F-BCED-4077-9E34-A437BC96041F}" sibTransId="{4BC94247-5230-4754-93D2-53699588B0AA}"/>
    <dgm:cxn modelId="{7819DE80-4FCB-4112-ACCF-E061052DB755}" srcId="{F377893D-0CFB-4294-84DE-3D73707BC8FC}" destId="{E93C755A-15D0-4CFA-A325-09777BC92A30}" srcOrd="2" destOrd="0" parTransId="{FE0A7682-B132-405F-B4E4-429154EBB445}" sibTransId="{459A66EA-DFAA-4891-BB31-CCC2BDFB694B}"/>
    <dgm:cxn modelId="{BE4F0B82-D11A-4B76-8021-C357CF93CBD1}" srcId="{F377893D-0CFB-4294-84DE-3D73707BC8FC}" destId="{05947D74-4A31-4BD1-8AD4-CB6BA1092C94}" srcOrd="4" destOrd="0" parTransId="{03A49711-3772-4881-A635-D24EFD6ECB96}" sibTransId="{183025A5-2EE8-42F4-A05D-F75F1A16EB2E}"/>
    <dgm:cxn modelId="{AB68AC90-A744-4DFD-B964-F5D96E8D84E6}" srcId="{F377893D-0CFB-4294-84DE-3D73707BC8FC}" destId="{9DE89FD0-23E8-47DD-B83E-E93BCB60FFB8}" srcOrd="1" destOrd="0" parTransId="{7C4D16B3-46C1-4494-846F-4DC4E019F07F}" sibTransId="{643935BB-1BD5-4AD7-B2CB-80BD309454E2}"/>
    <dgm:cxn modelId="{7654149F-DBBC-4D8B-AFA3-C2D819D45ED4}" type="presOf" srcId="{95DACCD9-A12B-4285-8EC0-968A7B6E3D0E}" destId="{5C8FB6E1-35F1-4158-AF72-0CAF91810117}" srcOrd="0" destOrd="0" presId="urn:microsoft.com/office/officeart/2005/8/layout/default"/>
    <dgm:cxn modelId="{FCBC7FA8-D70A-4B7D-83DC-F3FADF28AAEF}" type="presOf" srcId="{E93C755A-15D0-4CFA-A325-09777BC92A30}" destId="{97C33C3F-624C-424A-A815-E90CA5D76331}" srcOrd="0" destOrd="0" presId="urn:microsoft.com/office/officeart/2005/8/layout/default"/>
    <dgm:cxn modelId="{805767BD-E32D-4312-AC19-75A99625207A}" type="presOf" srcId="{9DE89FD0-23E8-47DD-B83E-E93BCB60FFB8}" destId="{BE46569A-BC7B-4F3B-9A48-D1323636895C}" srcOrd="0" destOrd="0" presId="urn:microsoft.com/office/officeart/2005/8/layout/default"/>
    <dgm:cxn modelId="{3DBA3DED-908C-45A0-8532-4E7CE0795CD5}" type="presOf" srcId="{C9E4C462-E336-40DC-8939-14A510626616}" destId="{B8AA749F-A95A-493B-A6A9-8AF39AC8D31C}" srcOrd="0" destOrd="0" presId="urn:microsoft.com/office/officeart/2005/8/layout/default"/>
    <dgm:cxn modelId="{EBCF6EC0-C28F-41A5-AACE-2F8CAE0B563C}" type="presParOf" srcId="{0F7678EA-1376-4A20-A0AB-69141351DA82}" destId="{5C8FB6E1-35F1-4158-AF72-0CAF91810117}" srcOrd="0" destOrd="0" presId="urn:microsoft.com/office/officeart/2005/8/layout/default"/>
    <dgm:cxn modelId="{5D12BBE4-E8DB-4738-9BBE-99F1719282CE}" type="presParOf" srcId="{0F7678EA-1376-4A20-A0AB-69141351DA82}" destId="{87F0D788-7E7C-4B60-80F6-BABD11A642C6}" srcOrd="1" destOrd="0" presId="urn:microsoft.com/office/officeart/2005/8/layout/default"/>
    <dgm:cxn modelId="{9BE4046F-163E-42A2-AC96-B71697FB94D3}" type="presParOf" srcId="{0F7678EA-1376-4A20-A0AB-69141351DA82}" destId="{BE46569A-BC7B-4F3B-9A48-D1323636895C}" srcOrd="2" destOrd="0" presId="urn:microsoft.com/office/officeart/2005/8/layout/default"/>
    <dgm:cxn modelId="{06392484-9737-4A48-9A38-CF2D6583FFEF}" type="presParOf" srcId="{0F7678EA-1376-4A20-A0AB-69141351DA82}" destId="{CB0D55E0-B5AA-4A45-8C8B-EE6DAFF71468}" srcOrd="3" destOrd="0" presId="urn:microsoft.com/office/officeart/2005/8/layout/default"/>
    <dgm:cxn modelId="{C95B6CDC-4336-4CBC-9AA9-0F930307909E}" type="presParOf" srcId="{0F7678EA-1376-4A20-A0AB-69141351DA82}" destId="{97C33C3F-624C-424A-A815-E90CA5D76331}" srcOrd="4" destOrd="0" presId="urn:microsoft.com/office/officeart/2005/8/layout/default"/>
    <dgm:cxn modelId="{57B98D05-793C-471E-8035-ABB6453839E1}" type="presParOf" srcId="{0F7678EA-1376-4A20-A0AB-69141351DA82}" destId="{57173E50-23D9-4821-8257-47C99F08CE9E}" srcOrd="5" destOrd="0" presId="urn:microsoft.com/office/officeart/2005/8/layout/default"/>
    <dgm:cxn modelId="{1A77D7FE-995C-4D23-B19F-531909D341E9}" type="presParOf" srcId="{0F7678EA-1376-4A20-A0AB-69141351DA82}" destId="{B8AA749F-A95A-493B-A6A9-8AF39AC8D31C}" srcOrd="6" destOrd="0" presId="urn:microsoft.com/office/officeart/2005/8/layout/default"/>
    <dgm:cxn modelId="{345C2150-FF35-4C21-9CD9-30CC2D51F055}" type="presParOf" srcId="{0F7678EA-1376-4A20-A0AB-69141351DA82}" destId="{76B6047D-9004-4664-B6EF-68669D91FFD2}" srcOrd="7" destOrd="0" presId="urn:microsoft.com/office/officeart/2005/8/layout/default"/>
    <dgm:cxn modelId="{B9365E65-BB0F-46E1-8241-645E4ED995B0}" type="presParOf" srcId="{0F7678EA-1376-4A20-A0AB-69141351DA82}" destId="{588AC4A9-7D6B-4F3E-A271-B5511431FF9A}" srcOrd="8" destOrd="0" presId="urn:microsoft.com/office/officeart/2005/8/layout/default"/>
    <dgm:cxn modelId="{43492630-0D09-40DC-971E-B7E9C3265B65}" type="presParOf" srcId="{0F7678EA-1376-4A20-A0AB-69141351DA82}" destId="{2F7334B9-5A20-4E44-ACFB-0343F9F157A6}" srcOrd="9" destOrd="0" presId="urn:microsoft.com/office/officeart/2005/8/layout/default"/>
    <dgm:cxn modelId="{3A3AF6EB-F10E-4AEB-A8C9-D3FEBF946BF2}" type="presParOf" srcId="{0F7678EA-1376-4A20-A0AB-69141351DA82}" destId="{2808561A-EE0C-4DFE-91C1-CA049AAA772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8FB6E1-35F1-4158-AF72-0CAF91810117}">
      <dsp:nvSpPr>
        <dsp:cNvPr id="0" name=""/>
        <dsp:cNvSpPr/>
      </dsp:nvSpPr>
      <dsp:spPr>
        <a:xfrm>
          <a:off x="0" y="431799"/>
          <a:ext cx="2539999" cy="152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Pipelines</a:t>
          </a:r>
        </a:p>
      </dsp:txBody>
      <dsp:txXfrm>
        <a:off x="0" y="431799"/>
        <a:ext cx="2539999" cy="1524000"/>
      </dsp:txXfrm>
    </dsp:sp>
    <dsp:sp modelId="{BE46569A-BC7B-4F3B-9A48-D1323636895C}">
      <dsp:nvSpPr>
        <dsp:cNvPr id="0" name=""/>
        <dsp:cNvSpPr/>
      </dsp:nvSpPr>
      <dsp:spPr>
        <a:xfrm>
          <a:off x="2794000" y="431799"/>
          <a:ext cx="2539999" cy="152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activities</a:t>
          </a:r>
        </a:p>
      </dsp:txBody>
      <dsp:txXfrm>
        <a:off x="2794000" y="431799"/>
        <a:ext cx="2539999" cy="1524000"/>
      </dsp:txXfrm>
    </dsp:sp>
    <dsp:sp modelId="{97C33C3F-624C-424A-A815-E90CA5D76331}">
      <dsp:nvSpPr>
        <dsp:cNvPr id="0" name=""/>
        <dsp:cNvSpPr/>
      </dsp:nvSpPr>
      <dsp:spPr>
        <a:xfrm>
          <a:off x="5587999" y="431799"/>
          <a:ext cx="2539999" cy="152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datasets</a:t>
          </a:r>
        </a:p>
      </dsp:txBody>
      <dsp:txXfrm>
        <a:off x="5587999" y="431799"/>
        <a:ext cx="2539999" cy="1524000"/>
      </dsp:txXfrm>
    </dsp:sp>
    <dsp:sp modelId="{B8AA749F-A95A-493B-A6A9-8AF39AC8D31C}">
      <dsp:nvSpPr>
        <dsp:cNvPr id="0" name=""/>
        <dsp:cNvSpPr/>
      </dsp:nvSpPr>
      <dsp:spPr>
        <a:xfrm>
          <a:off x="0" y="2209800"/>
          <a:ext cx="2539999" cy="152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Linked devices</a:t>
          </a:r>
        </a:p>
      </dsp:txBody>
      <dsp:txXfrm>
        <a:off x="0" y="2209800"/>
        <a:ext cx="2539999" cy="1524000"/>
      </dsp:txXfrm>
    </dsp:sp>
    <dsp:sp modelId="{588AC4A9-7D6B-4F3E-A271-B5511431FF9A}">
      <dsp:nvSpPr>
        <dsp:cNvPr id="0" name=""/>
        <dsp:cNvSpPr/>
      </dsp:nvSpPr>
      <dsp:spPr>
        <a:xfrm>
          <a:off x="2794000" y="2209800"/>
          <a:ext cx="2539999" cy="152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Triggers</a:t>
          </a:r>
        </a:p>
      </dsp:txBody>
      <dsp:txXfrm>
        <a:off x="2794000" y="2209800"/>
        <a:ext cx="2539999" cy="1524000"/>
      </dsp:txXfrm>
    </dsp:sp>
    <dsp:sp modelId="{2808561A-EE0C-4DFE-91C1-CA049AAA7728}">
      <dsp:nvSpPr>
        <dsp:cNvPr id="0" name=""/>
        <dsp:cNvSpPr/>
      </dsp:nvSpPr>
      <dsp:spPr>
        <a:xfrm>
          <a:off x="5587999" y="2209800"/>
          <a:ext cx="2539999" cy="152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Interconnecting above </a:t>
          </a:r>
          <a:r>
            <a:rPr lang="en-US" sz="2800" kern="1200" dirty="0" err="1"/>
            <a:t>componenet</a:t>
          </a:r>
          <a:endParaRPr lang="en-US" sz="2800" kern="1200" dirty="0"/>
        </a:p>
      </dsp:txBody>
      <dsp:txXfrm>
        <a:off x="5587999" y="2209800"/>
        <a:ext cx="2539999" cy="1524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3ABB5-D3E8-0F4B-23A0-271401F79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FC58F-A6FB-DBA0-B5F3-E41EF13A4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2A3BE-C56D-2174-A581-7AE635B0C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73C5-03B4-4977-8F42-B712FD84EFF7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872FF-A701-9902-9BE1-D2315E944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A47AC-525D-BF66-13D4-BC8657B3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075D-C32C-4656-B0E4-D69C62779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31089-E999-F9AA-2696-13BFB255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5C17E-64F5-9BD3-F522-673F4C81F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D0597-D361-AB43-6DEB-EA78A955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73C5-03B4-4977-8F42-B712FD84EFF7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2F570-DEB4-08CD-EF86-E8D638621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408E4-E6E4-7E7D-A4CB-E326BFB7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075D-C32C-4656-B0E4-D69C62779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82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2B6B-A3A6-602B-EE2C-D48ACE75D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E9DD8-C49B-1D9B-839D-DE0C3AFC8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AACA1-F6DD-3337-9FC7-2EF585445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73C5-03B4-4977-8F42-B712FD84EFF7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27FF4-7EF2-ADB5-A608-2061A80D8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77672-0C3E-A541-96E6-9F5BF3BCA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075D-C32C-4656-B0E4-D69C62779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6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F546-4906-403A-32E6-C7D9B3B65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99446-70C3-A121-2445-B6C85E211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FCE3B-7034-9E5C-FE63-8A2CF76D3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A74CA-9C3D-6350-9360-F5106B6DC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73C5-03B4-4977-8F42-B712FD84EFF7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D6D8B-2056-7221-73EF-6D18F8AF3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D1853-DFCB-6832-8D38-C6618796E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075D-C32C-4656-B0E4-D69C62779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38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23967-AECA-65A7-7AAD-56B2F80F0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EAB7C-9AC8-8F47-FFAF-B4C2BC5F1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FB8CF-B381-4825-C265-70A97261C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620333-852D-FFA1-0221-395A5EECC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889269-7E10-2B12-6972-F6E6A3843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B34CF4-604D-EA9F-2259-0C3689840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73C5-03B4-4977-8F42-B712FD84EFF7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010CEF-B97B-5B9E-5E00-6BE3D5809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62761-B018-A43B-489E-30F284F6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075D-C32C-4656-B0E4-D69C62779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63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63DA-FEE9-F874-C99D-2F356671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030C9-47B1-218D-AF85-E9269AE79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73C5-03B4-4977-8F42-B712FD84EFF7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B245C-F436-F7C6-6A9F-0C470D55A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0D36C-9F41-33C3-2890-DC8BB5C1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075D-C32C-4656-B0E4-D69C62779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4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49C524-E297-9D73-448E-399D1E082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73C5-03B4-4977-8F42-B712FD84EFF7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861AD1-4A77-95AE-7725-799A53403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90C31-797A-CE1C-27E8-187EC679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075D-C32C-4656-B0E4-D69C62779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71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9AB7F-B11F-FF55-B461-F11DE87E2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2635E-DAC5-9F60-13B1-02F41EDB1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335B-DE11-0855-EDDE-7700A7C89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5BAB4-7C34-D094-E501-7B1C7078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73C5-03B4-4977-8F42-B712FD84EFF7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FBC7B-64E7-E1EC-2D1A-001987E96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125ED-96E2-CD12-897D-42107947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075D-C32C-4656-B0E4-D69C62779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3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07E4-6123-D821-C2EE-E9ED038ED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ECD899-0868-5BBB-7734-0B7AC3F5A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A2FFD-15D5-74ED-358D-F1228B2E0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BFBE1-066D-7765-4535-3778A2476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73C5-03B4-4977-8F42-B712FD84EFF7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5E916-BE94-FB20-9311-95D34392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C964E-567E-0984-9059-882AABEC1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075D-C32C-4656-B0E4-D69C62779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FACA7-884A-1F62-FB49-BFE95759A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26B03-0C83-3D89-96BD-6A0C72305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80417-8522-0238-7F1D-7BCC996E5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73C5-03B4-4977-8F42-B712FD84EFF7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4FF80-AB41-369F-8F91-2FF63102C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51559-6921-2C66-4A04-68D533A4F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075D-C32C-4656-B0E4-D69C62779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50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3BB431-A154-A2E3-02C2-A3D8E4372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94526-187C-2A80-778D-360D442DD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4A99D-2875-CFEF-CF1F-F37FB9F3A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73C5-03B4-4977-8F42-B712FD84EFF7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2744-DE92-154F-2354-412346CBD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0969B-8FC4-9C71-38D9-AE2F8AF24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075D-C32C-4656-B0E4-D69C62779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69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2F183F-2ED0-3036-E64C-D2899B515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DD45E-5DBC-E9BF-42D4-5DB6563B5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CD08E-DE33-6FCE-AE4D-718617334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C73C5-03B4-4977-8F42-B712FD84EFF7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822F6-864B-A8E3-E438-D9BB5974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06E95-E9A2-71B9-B57A-AFBB5C34C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3075D-C32C-4656-B0E4-D69C62779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8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SNo4v2t1Ky4?si=cmfDCAr_xw6dXMC4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75CDC-DFE7-7CAE-0632-C54B8D2D0F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Azure Data Factory SETUP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514B7-A5B6-CB61-C3B2-A8E5FF1AE1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603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9C5C7-4A35-C13E-A2D0-483E301C3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6A046-5DF1-DBA5-A228-3FD90D254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ADF is managed cloud service that’s build for complex hybrid Extract-transform-load (ETL) and Extract load transform (ELT) and data integration project</a:t>
            </a:r>
          </a:p>
          <a:p>
            <a:r>
              <a:rPr lang="en-US" dirty="0"/>
              <a:t>Data movement: ADF allows for seamless data transfer between various data stores</a:t>
            </a:r>
          </a:p>
          <a:p>
            <a:r>
              <a:rPr lang="en-US" dirty="0"/>
              <a:t>Data transformation: the service provide the ability to provide clean, shape and transform data through it’s built in transformation or custom code</a:t>
            </a:r>
          </a:p>
          <a:p>
            <a:r>
              <a:rPr lang="en-US" dirty="0"/>
              <a:t>Big data processing: ADF enables efficient processing of the big data.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644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0B2A6-46D2-E6D7-EC5F-EE12C0D1F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ADF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87611-B0B6-0B20-7C61-8E94FF941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Scalability: service can handle large loads and can be scaled up or down</a:t>
            </a:r>
          </a:p>
          <a:p>
            <a:r>
              <a:rPr lang="en-US" dirty="0"/>
              <a:t>Integration: ADF integrates with other azure services</a:t>
            </a:r>
          </a:p>
          <a:p>
            <a:r>
              <a:rPr lang="en-US" dirty="0"/>
              <a:t>Cost-effectiveness: Organization can reduce the cost with expensive on premises infrastructure.</a:t>
            </a:r>
          </a:p>
          <a:p>
            <a:r>
              <a:rPr lang="en-US" dirty="0"/>
              <a:t>Security: Azure active directory authentication, network security and encryption at rest</a:t>
            </a:r>
          </a:p>
          <a:p>
            <a:r>
              <a:rPr lang="en-US" dirty="0"/>
              <a:t>Flexibility: With support for wise range of data formats, protocols </a:t>
            </a:r>
            <a:r>
              <a:rPr lang="en-US"/>
              <a:t>and technologies.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990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06A-230E-2918-76CA-43B3E812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85031-DA87-F8B4-28CA-4C4AF4E52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lake gen2 storage account</a:t>
            </a:r>
          </a:p>
          <a:p>
            <a:r>
              <a:rPr lang="en-US" dirty="0"/>
              <a:t>Create a data factory</a:t>
            </a:r>
          </a:p>
          <a:p>
            <a:r>
              <a:rPr lang="en-US" dirty="0"/>
              <a:t>Azure SQL DB  </a:t>
            </a:r>
          </a:p>
          <a:p>
            <a:r>
              <a:rPr lang="en-US" dirty="0"/>
              <a:t>Azure data studio download</a:t>
            </a:r>
          </a:p>
          <a:p>
            <a:pPr lvl="1"/>
            <a:r>
              <a:rPr lang="en-US" dirty="0">
                <a:hlinkClick r:id="rId2"/>
              </a:rPr>
              <a:t>Setting the Azure data studio</a:t>
            </a:r>
            <a:endParaRPr lang="en-US" dirty="0"/>
          </a:p>
          <a:p>
            <a:r>
              <a:rPr lang="en-US" dirty="0"/>
              <a:t>Create a </a:t>
            </a:r>
            <a:r>
              <a:rPr lang="en-US" dirty="0" err="1"/>
              <a:t>sql</a:t>
            </a:r>
            <a:r>
              <a:rPr lang="en-US" dirty="0"/>
              <a:t> server VM (keep on hold)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649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67188-91BE-D854-5AE9-77D43EE5E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SQL DB  setting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C45D9-73A8-1568-9CAB-4F87B77A9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Database name : </a:t>
            </a:r>
            <a:r>
              <a:rPr lang="en-US" dirty="0" err="1"/>
              <a:t>adf</a:t>
            </a:r>
            <a:r>
              <a:rPr lang="en-US" dirty="0"/>
              <a:t>-demo-</a:t>
            </a:r>
            <a:r>
              <a:rPr lang="en-US" dirty="0" err="1"/>
              <a:t>sql</a:t>
            </a:r>
            <a:r>
              <a:rPr lang="en-US" dirty="0"/>
              <a:t>-</a:t>
            </a:r>
            <a:r>
              <a:rPr lang="en-US" dirty="0" err="1"/>
              <a:t>db</a:t>
            </a:r>
            <a:endParaRPr lang="en-US" dirty="0"/>
          </a:p>
          <a:p>
            <a:r>
              <a:rPr lang="en-US" dirty="0"/>
              <a:t>Server login: coach</a:t>
            </a:r>
          </a:p>
          <a:p>
            <a:r>
              <a:rPr lang="en-US" dirty="0"/>
              <a:t>Password : train@12</a:t>
            </a:r>
          </a:p>
          <a:p>
            <a:r>
              <a:rPr lang="en-US" dirty="0"/>
              <a:t>Make the public endpoint enable from networking</a:t>
            </a:r>
          </a:p>
          <a:p>
            <a:r>
              <a:rPr lang="en-US" dirty="0"/>
              <a:t>Allow azure services and resources to access this server as yes</a:t>
            </a:r>
          </a:p>
          <a:p>
            <a:r>
              <a:rPr lang="en-US" dirty="0"/>
              <a:t>Once the resource is created then change the firewall settings. Goto overview -&gt; set server firewall</a:t>
            </a:r>
          </a:p>
          <a:p>
            <a:r>
              <a:rPr lang="en-US" dirty="0"/>
              <a:t>From networking add firewall rules-&gt;add client IP address</a:t>
            </a:r>
          </a:p>
          <a:p>
            <a:r>
              <a:rPr lang="en-US" dirty="0"/>
              <a:t>To allow access to add a firewall rule:</a:t>
            </a:r>
          </a:p>
          <a:p>
            <a:pPr lvl="1"/>
            <a:r>
              <a:rPr lang="en-US" dirty="0"/>
              <a:t>Name :ALLIP     </a:t>
            </a:r>
            <a:r>
              <a:rPr lang="en-US" dirty="0" err="1"/>
              <a:t>startIP</a:t>
            </a:r>
            <a:r>
              <a:rPr lang="en-US" dirty="0"/>
              <a:t>: 0.0.0.0     endIP:255.255.255.255</a:t>
            </a:r>
          </a:p>
        </p:txBody>
      </p:sp>
    </p:spTree>
    <p:extLst>
      <p:ext uri="{BB962C8B-B14F-4D97-AF65-F5344CB8AC3E}">
        <p14:creationId xmlns:p14="http://schemas.microsoft.com/office/powerpoint/2010/main" val="4205960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46C3-C17C-19A1-6C2C-D24745FE2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the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AF827-B05D-416A-48C9-CF04144B7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create table employee</a:t>
            </a:r>
          </a:p>
          <a:p>
            <a:pPr marL="0" indent="0">
              <a:buNone/>
            </a:pPr>
            <a:r>
              <a:rPr lang="en-US" dirty="0"/>
              <a:t>(    Name varchar(max),</a:t>
            </a:r>
          </a:p>
          <a:p>
            <a:pPr marL="0" indent="0">
              <a:buNone/>
            </a:pPr>
            <a:r>
              <a:rPr lang="en-US" dirty="0"/>
              <a:t>    Gender varchar(max),</a:t>
            </a:r>
          </a:p>
          <a:p>
            <a:pPr marL="0" indent="0">
              <a:buNone/>
            </a:pPr>
            <a:r>
              <a:rPr lang="en-US" dirty="0"/>
              <a:t>    Dept varchar(max),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select * from employee;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dbo.employee</a:t>
            </a:r>
            <a:r>
              <a:rPr lang="en-US" dirty="0"/>
              <a:t>(Name, Gender, Dept) VALUES ('Tanmoy', 'M', 'IT');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dbo.employee</a:t>
            </a:r>
            <a:r>
              <a:rPr lang="en-US" dirty="0"/>
              <a:t>(Name, Gender, Dept) VALUES ('Roop', 'M', 'HR');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dbo.employee</a:t>
            </a:r>
            <a:r>
              <a:rPr lang="en-US" dirty="0"/>
              <a:t>(Name, Gender, Dept) VALUES ('</a:t>
            </a:r>
            <a:r>
              <a:rPr lang="en-US" dirty="0" err="1"/>
              <a:t>Malathy</a:t>
            </a:r>
            <a:r>
              <a:rPr lang="en-US" dirty="0"/>
              <a:t>', 'F', 'IT');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dbo.employee</a:t>
            </a:r>
            <a:r>
              <a:rPr lang="en-US" dirty="0"/>
              <a:t>(Name, Gender, Dept) VALUES ('</a:t>
            </a:r>
            <a:r>
              <a:rPr lang="en-US" dirty="0" err="1"/>
              <a:t>Kranthi</a:t>
            </a:r>
            <a:r>
              <a:rPr lang="en-US" dirty="0"/>
              <a:t>', 'M', 'HR');</a:t>
            </a:r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dbo.employee</a:t>
            </a:r>
            <a:r>
              <a:rPr lang="en-US" dirty="0"/>
              <a:t>(Name, Gender, Dept) VALUES ('</a:t>
            </a:r>
            <a:r>
              <a:rPr lang="en-US" dirty="0" err="1"/>
              <a:t>Bhuvi</a:t>
            </a:r>
            <a:r>
              <a:rPr lang="en-US" dirty="0"/>
              <a:t>', 'F', '</a:t>
            </a:r>
            <a:r>
              <a:rPr lang="en-US" dirty="0" err="1"/>
              <a:t>Payrole</a:t>
            </a:r>
            <a:r>
              <a:rPr lang="en-US" dirty="0"/>
              <a:t>');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32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2BB60-30E5-3F20-38DA-5A28D771F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blocks of ADF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A81D1D7-7698-3767-715A-AD77EDD579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5560917"/>
              </p:ext>
            </p:extLst>
          </p:nvPr>
        </p:nvGraphicFramePr>
        <p:xfrm>
          <a:off x="2032000" y="1972733"/>
          <a:ext cx="8128000" cy="416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5890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887C1-BDD8-2B70-A5E6-3AC3EA51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BA393-E3B1-5C6F-9721-75074306D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Logical grouping of activities in a sequential manner</a:t>
            </a:r>
          </a:p>
          <a:p>
            <a:r>
              <a:rPr lang="en-US" dirty="0"/>
              <a:t>Example: </a:t>
            </a:r>
          </a:p>
          <a:p>
            <a:r>
              <a:rPr lang="en-US" dirty="0"/>
              <a:t>Ingest the data from data lake storage to Azure Blob Storage and then store the ingestion details inside a SQL DB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649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813D1-F567-085B-0571-8D2C2D63A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91F62-821B-2456-3F36-4596DD739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pipeline provide the name</a:t>
            </a:r>
          </a:p>
          <a:p>
            <a:r>
              <a:rPr lang="en-US" dirty="0"/>
              <a:t>Select the activity copy data -&gt; store procedure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661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CE8A1-2209-7BCE-5D8D-C0B0CEABE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1D3B06-7551-1ED2-F816-C837B01F61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1715" y="1825625"/>
            <a:ext cx="7328569" cy="4351338"/>
          </a:xfrm>
        </p:spPr>
      </p:pic>
    </p:spTree>
    <p:extLst>
      <p:ext uri="{BB962C8B-B14F-4D97-AF65-F5344CB8AC3E}">
        <p14:creationId xmlns:p14="http://schemas.microsoft.com/office/powerpoint/2010/main" val="2589714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E50D6-F6CF-0725-CF1F-D20E5F21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44585-61C1-F31E-3C51-FE7463443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 : move to next activity only when there is first process successfully completed</a:t>
            </a:r>
          </a:p>
          <a:p>
            <a:r>
              <a:rPr lang="en-US" dirty="0"/>
              <a:t>Failure: move to next activity only when previous activity failed</a:t>
            </a:r>
          </a:p>
          <a:p>
            <a:r>
              <a:rPr lang="en-US" dirty="0"/>
              <a:t>Completion: Completion of the first activity</a:t>
            </a:r>
          </a:p>
          <a:p>
            <a:r>
              <a:rPr lang="en-US"/>
              <a:t>Skipped: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503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6F12-4B90-F9EB-68A0-81EDCA7E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8E261-9DC5-44AA-4970-6CF2BF04C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Connection string to connect the data factory with external resources</a:t>
            </a:r>
          </a:p>
          <a:p>
            <a:r>
              <a:rPr lang="en-US" dirty="0"/>
              <a:t>Example connecting lakegen2 to </a:t>
            </a:r>
            <a:r>
              <a:rPr lang="en-US" dirty="0" err="1"/>
              <a:t>datafactory</a:t>
            </a:r>
            <a:endParaRPr lang="en-US" dirty="0"/>
          </a:p>
          <a:p>
            <a:r>
              <a:rPr lang="en-US" dirty="0"/>
              <a:t>Navigate to manage - &gt;  connections -&gt; linked services-&gt;  new</a:t>
            </a:r>
          </a:p>
          <a:p>
            <a:r>
              <a:rPr lang="en-US" dirty="0"/>
              <a:t>New pan with different connection will appear</a:t>
            </a:r>
          </a:p>
          <a:p>
            <a:r>
              <a:rPr lang="en-US" dirty="0"/>
              <a:t>Select lakegen2 having following fields</a:t>
            </a:r>
          </a:p>
          <a:p>
            <a:r>
              <a:rPr lang="en-US" dirty="0"/>
              <a:t>Connect -&gt; </a:t>
            </a:r>
            <a:r>
              <a:rPr lang="en-US" dirty="0" err="1"/>
              <a:t>AutoResolveIntegrationRuntime</a:t>
            </a:r>
            <a:endParaRPr lang="en-US" dirty="0"/>
          </a:p>
          <a:p>
            <a:r>
              <a:rPr lang="en-US" dirty="0"/>
              <a:t>Key -&gt; </a:t>
            </a:r>
            <a:r>
              <a:rPr lang="en-US" dirty="0" err="1"/>
              <a:t>accountkey</a:t>
            </a:r>
            <a:endParaRPr lang="en-US" dirty="0"/>
          </a:p>
          <a:p>
            <a:r>
              <a:rPr lang="en-US" dirty="0"/>
              <a:t>Pass the proper storage name</a:t>
            </a:r>
          </a:p>
          <a:p>
            <a:r>
              <a:rPr lang="en-US" dirty="0"/>
              <a:t>Test the </a:t>
            </a:r>
            <a:r>
              <a:rPr lang="en-US"/>
              <a:t>connection and create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7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544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Azure Data Factory SETUP</vt:lpstr>
      <vt:lpstr>Why ADF</vt:lpstr>
      <vt:lpstr>Benefits of ADF </vt:lpstr>
      <vt:lpstr>Project requirement</vt:lpstr>
      <vt:lpstr>Azure SQL DB  setting</vt:lpstr>
      <vt:lpstr>Create the table</vt:lpstr>
      <vt:lpstr>Building blocks of ADF</vt:lpstr>
      <vt:lpstr>Pipeline</vt:lpstr>
      <vt:lpstr>Few examples</vt:lpstr>
      <vt:lpstr>Activities</vt:lpstr>
      <vt:lpstr>Activities </vt:lpstr>
      <vt:lpstr>Linked Services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Amrita Helwade</dc:creator>
  <cp:lastModifiedBy>Amrita Helwade</cp:lastModifiedBy>
  <cp:revision>6</cp:revision>
  <dcterms:created xsi:type="dcterms:W3CDTF">2024-12-05T09:00:04Z</dcterms:created>
  <dcterms:modified xsi:type="dcterms:W3CDTF">2026-01-05T10:26:52Z</dcterms:modified>
</cp:coreProperties>
</file>