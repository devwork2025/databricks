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BA53-CC72-0B9B-58E8-93A71F929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56968-5E82-C1B7-7C0E-D859E40AB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5B60-600E-E721-73E1-22CAB391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64A4-2CD7-7D94-44EE-68426730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9AEE8-9CA7-8945-DDDE-6CF1C32E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7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19C1-1859-AF1A-D42F-50C4971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98F0-4ADA-A9FC-49EA-67C60BD31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4E6A-E5FE-BF36-A0B6-383AB9B6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F49D-C564-C4B4-92D9-6BA7C729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CE0C-63C4-CE7B-1963-E2C64E31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5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0CFB-0A27-4C62-9258-79C9953A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1103A-0B68-4340-34DE-858188D6F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9270-0A76-FE44-A190-CDFA09E9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B034F-56D1-0A25-EF69-D06E699A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25C43-A3B8-1434-6ED8-7AD5CA7D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1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1F32-A84C-3E9D-DF68-E8B044DA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982D2-578D-FE86-1B7C-3AF78FECC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CF5CE-BD22-E132-B304-5F9961830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77B4E-C950-1C77-A96C-5EC451F4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B60B4-6774-D900-B84C-F17EDB05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ABA94-5C1D-7B71-8DDF-FA976B3C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9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E229-B12A-3F93-FFB3-D83B743F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EE4A6-3DDE-D799-33B9-16D9C2F7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F834-9E17-470C-DC73-E8C7B8CE4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31ACB-08AA-0FD8-9392-01F78E33D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7FA4A-F8B6-8AEF-FF92-4F8ECD421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D17C0-DFEA-1787-F755-328F2D3E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F2FC0A-DD45-D8CB-F13D-0E4A4E77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3FB49-3B81-3586-4E68-D9AA7FDB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0702-DC83-18CA-1EF2-EEA112C6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A854B-A64E-600D-3DE4-B10274CE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91BF4-939B-F49E-24BC-A0C819F5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511CA-1523-D125-9F94-A1D872A9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2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B3B15-0D51-C192-EA7A-BE439FCE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C9728-54E2-8B2E-9BE0-67099266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561EE-6A2C-756F-1E52-8EE03029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1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00C6-37FB-FEA3-E3AA-B444EADE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B5F60-6074-1098-4AB9-2EB0BF66D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5E33B-357C-9DA8-C244-0670C72EA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C9F60-04FA-8BCD-3292-CB156C18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1168B-1AA2-C741-A2DD-6A8082CA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C429B-ECB3-3626-4554-D61D54FB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6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1BFB-C1AE-E90A-AD81-1445DC37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79669-634F-A199-6F66-377D688F2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C6A7D-7D15-C86A-AABA-9D92E57AC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A5BE9-840B-8A3B-671B-03E749B2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73BC4-C719-A81E-2836-800B865E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B7201-E008-BF8D-46F9-AA804BF6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991D-74EE-671F-096E-1F827DD0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5AA-B788-EFA1-32CE-C2579A158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172CD-C819-6215-09F6-EBD4671F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B0F76-86BC-A593-FBE7-66B99E02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C8AAC-2E0C-82C6-3829-D594DDC6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4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62566-4210-080B-D793-1413808E8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A6DD-8E89-5432-DC4D-922B02D3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D679-54EC-F4D5-3C8D-62583A80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4DC9-1ADB-F288-9241-89279525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43653-6347-0F8F-A048-9311C06D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A1B81-CEC2-DBB0-2B8B-637C0475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A01BE-AD8E-5D76-F243-1E548EF71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6BEC-F2AF-0780-A3B3-458C76EDA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ED8D9-575B-4A98-821A-7F24482A9151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7B77-97EC-BBB4-58AF-59CFD22C9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87F0C-824F-E0FA-E465-BE4903248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6BBFC-1007-41D8-9E58-7B15487F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9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B5BA-479C-F7E8-6AA5-2FE9948E3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Trigger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B219F-1A9D-E89D-DE41-CC0A1687B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9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5CC43-EEFC-6833-4FE4-77EF9C19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D2A0-1878-30B6-5AFF-FA9D49894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Scheduled trigger: invoke the pipeline on pre-specified clock time</a:t>
            </a:r>
          </a:p>
          <a:p>
            <a:r>
              <a:rPr lang="en-US" dirty="0"/>
              <a:t>Tumbling window trigger:  Operates on periodical interval, while also retaining the state</a:t>
            </a:r>
          </a:p>
          <a:p>
            <a:r>
              <a:rPr lang="en-US" dirty="0"/>
              <a:t>Storage event based trigger: runs the pipeline against events happening in a storage account, such as the arrival of a file, or the deletion of file in blob storage</a:t>
            </a:r>
          </a:p>
          <a:p>
            <a:r>
              <a:rPr lang="en-US" dirty="0"/>
              <a:t>Custom event based trigger: process and handles custom articles in event grid</a:t>
            </a:r>
          </a:p>
        </p:txBody>
      </p:sp>
    </p:spTree>
    <p:extLst>
      <p:ext uri="{BB962C8B-B14F-4D97-AF65-F5344CB8AC3E}">
        <p14:creationId xmlns:p14="http://schemas.microsoft.com/office/powerpoint/2010/main" val="252555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0E6A-E561-593F-D7F6-35873257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Scheduled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B7FD-1315-0815-FCF6-2A1F22593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the monitor-&gt; trigger -&gt; new</a:t>
            </a:r>
          </a:p>
          <a:p>
            <a:r>
              <a:rPr lang="en-US" dirty="0"/>
              <a:t>Mention the proper start date, time zone, recurrence</a:t>
            </a:r>
          </a:p>
          <a:p>
            <a:r>
              <a:rPr lang="en-US" dirty="0"/>
              <a:t>Click on the advanced recurrence options -&gt; Execute at these time will arrange the various time combinations for execution</a:t>
            </a:r>
          </a:p>
          <a:p>
            <a:r>
              <a:rPr lang="en-US" dirty="0"/>
              <a:t>From the recurrence select the week and time for the execution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5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1FA0-9CE8-8ABC-9C23-352092E8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event-based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045E3-1A40-82D2-B2FD-CADB5764C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integration scenarios often requires customer to trigger pipelines based on the events happening on the storage accounts such as the arrival of  a file in Azure Blob Storage account</a:t>
            </a:r>
          </a:p>
          <a:p>
            <a:r>
              <a:rPr lang="en-US" dirty="0"/>
              <a:t>Invoke pipeline against events happening in a storage account, such as the arrival of the file or deletion of a file in Azure Blob storage account</a:t>
            </a:r>
          </a:p>
          <a:p>
            <a:r>
              <a:rPr lang="en-US" dirty="0"/>
              <a:t>Data factory pipelines natively integrate with Azure Event Grid, which lets you trigger pipelines on such events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0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D163F31-29CA-C9A5-F1B1-8AE933892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461548"/>
            <a:ext cx="970733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2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9A949-8691-23A5-DB3B-60DC308F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704470"/>
            <a:ext cx="9593014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6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C69F8-9A0F-A0C5-372D-842E868F6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799733"/>
            <a:ext cx="9497750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DEB8-63F1-3F9E-B86A-46FDA000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3B70-1F62-A29A-1336-77C1E1E9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event-grid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3DC0-D2B1-0F33-DA3F-BB9B10117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75" y="1566333"/>
            <a:ext cx="3842008" cy="42841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 to Azure subscription -&gt; resource provider</a:t>
            </a:r>
          </a:p>
          <a:p>
            <a:r>
              <a:rPr lang="en-US" dirty="0"/>
              <a:t>Search for event grid from resource provider</a:t>
            </a:r>
          </a:p>
          <a:p>
            <a:r>
              <a:rPr lang="en-US" dirty="0"/>
              <a:t>Select the Microsoft event grid and click on register</a:t>
            </a:r>
          </a:p>
          <a:p>
            <a:r>
              <a:rPr lang="en-US" dirty="0"/>
              <a:t>Create a landing folder in a blob storage where files land from different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D5450-4577-6308-2A3F-E2FF0E3E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83" y="1837267"/>
            <a:ext cx="7159242" cy="2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3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F4F7-F6B2-11B0-F393-8C5FE87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new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D31B-F8B1-31A7-FF95-D8AC7D0F9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trigger with type storage</a:t>
            </a:r>
          </a:p>
          <a:p>
            <a:r>
              <a:rPr lang="en-US" dirty="0"/>
              <a:t>Select the event blob created/ blob deleted</a:t>
            </a:r>
          </a:p>
          <a:p>
            <a:r>
              <a:rPr lang="en-US" dirty="0"/>
              <a:t>Ignore empty blobs as yes</a:t>
            </a:r>
          </a:p>
          <a:p>
            <a:r>
              <a:rPr lang="en-US" dirty="0"/>
              <a:t>Add trigger to the pipeline and publish the same</a:t>
            </a:r>
          </a:p>
          <a:p>
            <a:r>
              <a:rPr lang="en-US" dirty="0"/>
              <a:t>Go to landing folder from blob storage and upload the new file</a:t>
            </a:r>
          </a:p>
          <a:p>
            <a:r>
              <a:rPr lang="en-US" dirty="0"/>
              <a:t>Go to ADF-&gt; monitor and see the trigger invoked is successful with one event</a:t>
            </a:r>
          </a:p>
        </p:txBody>
      </p:sp>
    </p:spTree>
    <p:extLst>
      <p:ext uri="{BB962C8B-B14F-4D97-AF65-F5344CB8AC3E}">
        <p14:creationId xmlns:p14="http://schemas.microsoft.com/office/powerpoint/2010/main" val="362947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BC4B-A4AB-AAAC-D836-4573A6E2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36DE-B665-BA5E-41F2-3689726A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Tumbling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6B8A-AA9E-639A-198C-363E6890B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Tumbling window are a series of fixed sized, non-overlapping and contiguous time intervals</a:t>
            </a:r>
          </a:p>
          <a:p>
            <a:r>
              <a:rPr lang="en-US" dirty="0"/>
              <a:t>This one is used to handle back fail </a:t>
            </a:r>
            <a:r>
              <a:rPr lang="en-US" dirty="0" err="1"/>
              <a:t>senarios</a:t>
            </a:r>
            <a:endParaRPr lang="en-US" dirty="0"/>
          </a:p>
          <a:p>
            <a:r>
              <a:rPr lang="en-US" dirty="0"/>
              <a:t>These are triggers which fires at a periodic time interval from specified start time, while retaining state.</a:t>
            </a:r>
          </a:p>
          <a:p>
            <a:r>
              <a:rPr lang="en-US" dirty="0"/>
              <a:t>Tumbling window trigger has one to one relationship with a pipeline and can only reference a singular pipeline</a:t>
            </a:r>
          </a:p>
          <a:p>
            <a:r>
              <a:rPr lang="en-US" dirty="0"/>
              <a:t>Two parameters related to tumbling window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53CBD-A2D0-E0F5-B621-B64816FAD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590" y="5147733"/>
            <a:ext cx="5732235" cy="102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2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20DE19-B6E0-1AA1-06A5-5263E927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39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163E1-649F-B23B-1768-0FC11AD22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65" y="1114102"/>
            <a:ext cx="4077269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2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5A9E3-9BF9-F90D-7E45-D48DFBC51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3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A54B-F002-7520-7E7B-08C0D5DC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13545-A24D-A715-4964-1EE4A110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there are two pipelines pl1 and pl2</a:t>
            </a:r>
          </a:p>
          <a:p>
            <a:r>
              <a:rPr lang="en-US" dirty="0"/>
              <a:t>Pl1 is used for transactional processing of the data</a:t>
            </a:r>
          </a:p>
          <a:p>
            <a:r>
              <a:rPr lang="en-US" dirty="0"/>
              <a:t>Pl2 is used to generate the summary based on pl1 data</a:t>
            </a:r>
          </a:p>
          <a:p>
            <a:r>
              <a:rPr lang="en-US" dirty="0"/>
              <a:t>Here we are creating two triggers</a:t>
            </a:r>
          </a:p>
          <a:p>
            <a:r>
              <a:rPr lang="en-US" dirty="0"/>
              <a:t>Pl1 -&gt; trig B</a:t>
            </a:r>
          </a:p>
          <a:p>
            <a:r>
              <a:rPr lang="en-US" dirty="0"/>
              <a:t>Pl2 -&gt; trig A</a:t>
            </a:r>
          </a:p>
          <a:p>
            <a:r>
              <a:rPr lang="en-US" dirty="0"/>
              <a:t>Once the trigger B is invoked then only trig A will be executed</a:t>
            </a:r>
          </a:p>
          <a:p>
            <a:r>
              <a:rPr lang="en-US" dirty="0"/>
              <a:t>In some cases , </a:t>
            </a:r>
            <a:r>
              <a:rPr lang="en-US" dirty="0" err="1"/>
              <a:t>trigB</a:t>
            </a:r>
            <a:r>
              <a:rPr lang="en-US" dirty="0"/>
              <a:t> may get delay and </a:t>
            </a:r>
            <a:r>
              <a:rPr lang="en-US" dirty="0" err="1"/>
              <a:t>trigA</a:t>
            </a:r>
            <a:r>
              <a:rPr lang="en-US" dirty="0"/>
              <a:t> should be on hold. </a:t>
            </a:r>
          </a:p>
          <a:p>
            <a:r>
              <a:rPr lang="en-US" dirty="0"/>
              <a:t>To complete the same add dependencies.</a:t>
            </a:r>
          </a:p>
          <a:p>
            <a:r>
              <a:rPr lang="en-US" dirty="0"/>
              <a:t>Pass the proper trigger 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750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76C162-B94D-9944-F9E6-A0329CD3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05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454</Words>
  <Application>Microsoft Office PowerPoint</Application>
  <PresentationFormat>Widescreen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Trigger</vt:lpstr>
      <vt:lpstr>Types of trigger</vt:lpstr>
      <vt:lpstr>Scheduled trigger</vt:lpstr>
      <vt:lpstr>Storage event-based trigger</vt:lpstr>
      <vt:lpstr>PowerPoint Presentation</vt:lpstr>
      <vt:lpstr>PowerPoint Presentation</vt:lpstr>
      <vt:lpstr>PowerPoint Presentation</vt:lpstr>
      <vt:lpstr>Steps to create event-grid</vt:lpstr>
      <vt:lpstr>Create the new trigger</vt:lpstr>
      <vt:lpstr>Tumbling trigger</vt:lpstr>
      <vt:lpstr>PowerPoint Presentation</vt:lpstr>
      <vt:lpstr>PowerPoint Presentation</vt:lpstr>
      <vt:lpstr>PowerPoint Presentation</vt:lpstr>
      <vt:lpstr>Use case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8</cp:revision>
  <dcterms:created xsi:type="dcterms:W3CDTF">2025-03-11T18:34:20Z</dcterms:created>
  <dcterms:modified xsi:type="dcterms:W3CDTF">2025-03-12T17:22:26Z</dcterms:modified>
</cp:coreProperties>
</file>